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2990410" cy="3136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83989"/>
              <a:ext cx="2990410" cy="3136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404926" y="1287054"/>
              <a:ext cx="2442947" cy="18186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904262" y="24734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41729" y="26317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803955" y="23432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87062" y="23367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72544" y="23476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73769" y="24018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63461" y="23025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012231" y="23473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952041" y="23050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76737" y="23220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63620" y="21986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81721" y="22932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78034" y="21378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837387" y="21924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929576" y="22989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43378" y="22036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88133" y="21758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57607" y="22888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77065" y="2322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64718" y="23635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826962" y="22501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38003" y="22734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61044" y="25367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905956" y="23272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73568" y="25047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79574" y="24984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008369" y="24071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85642" y="2402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036597" y="24451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82104" y="24392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92519" y="2398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027774" y="25402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63916" y="24576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127506" y="23346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032879" y="21701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036072" y="22464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5461" y="22384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654389" y="24196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916072" y="24314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47623" y="2309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91206" y="23597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59181" y="24116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937909" y="24560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80885" y="19644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91996" y="21637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47398" y="2521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57177" y="25128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87685" y="25733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09969" y="22897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48109" y="23095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48233" y="23366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39676" y="25582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79892" y="25171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86697" y="24336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97242" y="23636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28886" y="23869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08463" y="24693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043430" y="23489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47708" y="24169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87170" y="23742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012175" y="25020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64541" y="22050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38669" y="24554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74679" y="23630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931453" y="23857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931161" y="22473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64496" y="25514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50421" y="22508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38941" y="27302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72616" y="26025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64824" y="26058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83782" y="23291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041180" y="24857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69311" y="25112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68219" y="24961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61916" y="21793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304482" y="26356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68081" y="22872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100750" y="22586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140426" y="23452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35746" y="24525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88696" y="23925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215467" y="23233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89700" y="24283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954168" y="22908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037968" y="24851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60519" y="22741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54886" y="23950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29219" y="24261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023650" y="22701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68839" y="24174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50452" y="22660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90437" y="23132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213042" y="26624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21970" y="25046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93255" y="24272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59664" y="23636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012055" y="21161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68013" y="20457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94378" y="24892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62992" y="23577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74679" y="21795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58391" y="23145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80041" y="21647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82775" y="22864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63604" y="22403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59595" y="22522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86155" y="22995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002468" y="23469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56567" y="22139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914279" y="23872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918140" y="22504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045990" y="22230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60795" y="21686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65520" y="23037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70052" y="22554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106355" y="23039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229049" y="22630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320730" y="23476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75427" y="22066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47822" y="23478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96032" y="22661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23752" y="23673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57995" y="24109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023339" y="22849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021648" y="23397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45846" y="23875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76327" y="22902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87015" y="23710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118805" y="26867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88351" y="23183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96948" y="24044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100847" y="25635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206793" y="25297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123797" y="22657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118700" y="2464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56213" y="24709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27050" y="239933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32650" y="25661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65633" y="251483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36579" y="267694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504704" y="25699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63472" y="26837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597456" y="257393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55355" y="275643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75847" y="265336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92369" y="270287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47208" y="277546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400154" y="260454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46350" y="23425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18071" y="21526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53246" y="23288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68671" y="23481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36226" y="2401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19864" y="22953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18568" y="22568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80388" y="22579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606230" y="21580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603166" y="23400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23865" y="21989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74438" y="21240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40073" y="2248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30451" y="21593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36988" y="23918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20922" y="21838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59308" y="22715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37164" y="22528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77784" y="23604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788190" y="23893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59239" y="24953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888754" y="22867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57156" y="22838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02688" y="23624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47913" y="22142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880853" y="2135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19967" y="22970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791235" y="22411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42606" y="21776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94924" y="24508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92155" y="22368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69752" y="23404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75019" y="24955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49136" y="2286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75083" y="21200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19530" y="22473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72774" y="24182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86594" y="23683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95133" y="23109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08738" y="22479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67342" y="23714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39201" y="23226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31860" y="22024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890321" y="23667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21798" y="23582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880710" y="2248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38709" y="23529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41101" y="2322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34728" y="24139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63394" y="22338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11152" y="22327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33174" y="21053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40517" y="22626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81265" y="23032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69715" y="21711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799327" y="25122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72826" y="22275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28720" y="24006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06213" y="24205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45481" y="24808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39716" y="24163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36331" y="23555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64578" y="22300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73381" y="22094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22920" y="23070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03634" y="23475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04737" y="23388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35264" y="23935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24791" y="24400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75477" y="21790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40590" y="22999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36098" y="23125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61675" y="23496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29443" y="23140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54921" y="23645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63920" y="23776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48799" y="22396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28820" y="22973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15871" y="23887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18751" y="23302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62959" y="2373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475199" y="22102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09182" y="21002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891477" y="24318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52003" y="21173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41442" y="23341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59547" y="21955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10870" y="24075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68596" y="23524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897830" y="23649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694323" y="22589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24490" y="20158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79428" y="18106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33497" y="20111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24120" y="1842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20744" y="17814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15809" y="21380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24213" y="19326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46298" y="20246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2986732" y="20454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181247" y="20774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17960" y="20825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68224" y="20135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075255" y="20523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187553" y="2064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63088" y="20695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197289" y="20899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58307" y="20490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42548" y="21884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45313" y="19905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163770" y="18542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42113" y="18334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890066" y="21839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12745" y="19433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2993851" y="2176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71820" y="23794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56925" y="19851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59173" y="20070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75960" y="2113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165370" y="18899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39466" y="20142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27732" y="20057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42042" y="20067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51496" y="19946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294801" y="19101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980800" y="1800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40497" y="18308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58067" y="17017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40770" y="18730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05117" y="20045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37101" y="18704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162375" y="17963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973868" y="18375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65259" y="19472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26506" y="20567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2995959" y="21741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35035" y="19716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890293" y="19782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24220" y="18367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13126" y="21876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41148" y="18283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20057" y="2226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51096" y="19224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08072" y="20579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13012" y="20122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361652" y="22706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33807" y="17561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2985927" y="19111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46701" y="20538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58617" y="17426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2998870" y="20105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69368" y="19069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09366" y="19797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55446" y="1881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22753" y="19005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34051" y="19815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41896" y="19157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27698" y="17863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097247" y="19409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979526" y="20122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97389" y="25819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213968" y="2599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232574" y="24735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89290" y="24099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87950" y="23430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21550" y="24987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23985" y="24173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228706" y="25822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24272" y="26216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030432" y="26844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96987" y="24797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2005613" y="2477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88793" y="25843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75958" y="25947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59938" y="24813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53741" y="25184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036345" y="25384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905329" y="25426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564658" y="2423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78437" y="2515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954102" y="27118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103272" y="26781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53136" y="24702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82800" y="23881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217685" y="24644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97159" y="2703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904435" y="2367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75518" y="25684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403161" y="26299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2006404" y="26843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54902" y="25499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98411" y="25633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2025943" y="23419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2021595" y="2435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57405" y="25273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948618" y="25658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215277" y="24568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69400" y="24005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86691" y="26469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043766" y="26794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40540" y="25096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48642" y="27904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106748" y="25823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907948" y="2772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109927" y="1592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79721" y="1718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952620" y="18743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2018512" y="1779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853941" y="16849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045145" y="17474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50887" y="1685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044821" y="1435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71438" y="15947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106399" y="1652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932097" y="16776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75616" y="1716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97805" y="15641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89558" y="15679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99419" y="1605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64623" y="1679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123730" y="1570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110946" y="1439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133141" y="1509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69283" y="1697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70599" y="1913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2000233" y="18431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2003632" y="1604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114346" y="16351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111656" y="14897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234987" y="1702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2014793" y="17385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315608" y="1839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92254" y="17310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2021609" y="17173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929889" y="1827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134746" y="1689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941693" y="16013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88447" y="1795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104415" y="16099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80375" y="19607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2001315" y="1627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856181" y="1722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201328" y="1677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97826" y="1690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69962" y="15878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99644" y="1585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60600" y="16829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85421" y="1640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507272" y="16753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76496" y="1756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950031" y="1822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113600" y="1641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91782" y="1687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63016" y="1593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67199" y="16548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923900" y="18165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73280" y="1678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929894" y="1745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82516" y="18574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37235" y="16320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934150" y="17965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921499" y="1857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936330" y="16435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99929" y="16612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71174" y="1722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37130" y="1704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05126" y="15317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42346" y="1619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64888" y="1651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28638" y="16246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18670" y="1762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54387" y="16293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48313" y="18579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63354" y="1345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98637" y="1712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72997" y="1584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011296" y="1766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34838" y="1634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83927" y="1608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81001" y="1536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003737" y="16045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70059" y="1787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90279" y="17019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52644" y="15460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213953" y="16413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66633" y="17494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85942" y="17572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849928" y="1749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855323" y="16299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79090" y="1743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944076" y="17633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74973" y="1629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004007" y="18974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114398" y="15595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103621" y="27807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76747" y="28131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77015" y="27806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111313" y="28350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31425" y="27922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204787" y="26624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72928" y="27763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78616" y="274952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83308" y="28163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130476" y="28530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85634" y="26971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93015" y="27711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78354" y="27209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96445" y="27134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105165" y="26452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915925" y="25319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81864" y="26215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74707" y="27351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86745" y="27140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91502" y="24316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58425" y="26187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135456" y="28279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94514" y="27435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2022701" y="27465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49872" y="26146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224168" y="23652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47879" y="27434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230234" y="24778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49566" y="23491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606113" y="25369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419282" y="24453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99399" y="23416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67684" y="23614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51249" y="23029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71942" y="24137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87521" y="26935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22237" y="22886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77608" y="23323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96933" y="26094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59698" y="27480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30572" y="24187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62408" y="23762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602423" y="26392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73346" y="22339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506071" y="26600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83213" y="25557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88556" y="24388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27040" y="25393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52272" y="26532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24122" y="24636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59759" y="24082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84018" y="22691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35599" y="24729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499641" y="26680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220717" y="23893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52274" y="23783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51681" y="26922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43266" y="26266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49726" y="24606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53628" y="25579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65445" y="24708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317890" y="25095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76615" y="25109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35260" y="25179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82077" y="24611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50519" y="26140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37349" y="26604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60755" y="26829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63569" y="25717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027719" y="15175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56847" y="24217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60822" y="15968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216604" y="1812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109224" y="1758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71820" y="16720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89087" y="17697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63095" y="1736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923728" y="1439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918119" y="1899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62294" y="1694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78160" y="1757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835879" y="16774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2009318" y="22952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915676" y="15607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56319" y="15630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941631" y="18888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77742" y="21721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944261" y="16659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73695" y="22851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853405" y="16150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76622" y="22441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810923" y="1602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57022" y="26125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82262" y="1707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69623" y="1761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114747" y="27859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94838" y="17132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87894" y="27161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84957" y="16726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2013430" y="1788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139653" y="25899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82361" y="1668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72595" y="16585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92840" y="22355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950347" y="1706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927316" y="16753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911555" y="16245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948458" y="22289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71495" y="1727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2023500" y="17849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81885" y="1692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123332" y="1935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031594" y="17539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139076" y="1945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105713" y="17951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899977" y="1661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64985" y="15761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811522" y="24700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909191" y="1704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225063" y="27012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95256" y="1575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54287" y="18613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55918" y="25065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033816" y="16588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81087" y="27190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936606" y="1846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97121" y="26894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41484" y="22426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91831" y="16621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951334" y="17554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898256" y="19916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901272" y="1627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57195" y="25151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92202" y="1886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81543" y="27092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55335" y="1669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944901" y="26541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98369" y="17901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53252" y="26359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61880" y="16912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310277" y="25152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96779" y="1876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2020723" y="26026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815520" y="25916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80242" y="16580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919199" y="28819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833067" y="1750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819041" y="28075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68841" y="1628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927921" y="25609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68921" y="1735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842784" y="18191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42413" y="1938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84453" y="1764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900615" y="28826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000072" y="1945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835520" y="24802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66669" y="19671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752967" y="17345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903478" y="27431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2016567" y="19185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024448" y="26456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66706" y="16131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041762" y="26522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046534" y="15823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89239" y="26222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49304" y="1540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037513" y="17378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60928" y="25430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915279" y="17027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902461" y="22947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927965" y="16086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942556" y="25018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111223" y="17341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97326" y="1829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78076" y="20529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923573" y="19699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950928" y="20369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944501" y="18572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99573" y="26859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66348" y="1402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74321" y="25985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54474" y="26442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2006324" y="1604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72588" y="27448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63529" y="1705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937615" y="25255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858220" y="1475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669461" y="24756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713670" y="16894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532685" y="25636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83105" y="15202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91962" y="2414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67213" y="25635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62400" y="25409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929094" y="23997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923922" y="24484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939448" y="23395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83455" y="23370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848725" y="23784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74487" y="22381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741304" y="23578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760018" y="22848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602916" y="22869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82049" y="23136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72164" y="24481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90052" y="23281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83772" y="22832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901501" y="23620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850646" y="24345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83832" y="21208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96896" y="23695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742244" y="24091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60779" y="22772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2011351" y="21830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81648" y="21728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036163" y="25287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84386" y="23553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2002158" y="23316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65784" y="21373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89170" y="20951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80065" y="24978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97125" y="1723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48483" y="1837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125754" y="24198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82992" y="14318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919895" y="1760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70969" y="25025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73642" y="21933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59858" y="16490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57169" y="19870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69267" y="17919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39005" y="1856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78956" y="1874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81294" y="15402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38890" y="16639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104136" y="1523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945010" y="24710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72604" y="23771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82710" y="21750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39672" y="15339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825860" y="22762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945055" y="17142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48580" y="16893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84565" y="1837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219987" y="1685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46807" y="17006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38932" y="1408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88587" y="16853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110278" y="1495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95447" y="2220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67199" y="16939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24524" y="23729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51580" y="1604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68215" y="22953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005207" y="1607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952999" y="22421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936759" y="1797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44923" y="23725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56343" y="1708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93072" y="1390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63963" y="1641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98747" y="23246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928467" y="15730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013516" y="16479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011430" y="1775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009130" y="14760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954619" y="21780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026123" y="16053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806083" y="21887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57350" y="17734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39742" y="19822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56192" y="24184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036015" y="18514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92971" y="19629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784744" y="16063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11052" y="17016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77422" y="1988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41063" y="19024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62192" y="16517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64852" y="1838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939375" y="18478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40294" y="19496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16941" y="17388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11720" y="1412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16219" y="20907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58231" y="15809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71840" y="18081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009064" y="16519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64094" y="17714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48285" y="1769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92465" y="1865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79145" y="1764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91669" y="15886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19716" y="2204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35143" y="1793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73265" y="18951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826127" y="1934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96249" y="15327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906922" y="1988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311435" y="20849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710412" y="15437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83024" y="1715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06631" y="18889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98941" y="16368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50658" y="1819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940951" y="1946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03151" y="19972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76301" y="1520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18382" y="1995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43250" y="22008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230394" y="1650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110525" y="2034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133985" y="2312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10808" y="23241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69796" y="17909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24058" y="20000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68169" y="1797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49083" y="2051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50534" y="19388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86871" y="2194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112059" y="1630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82845" y="22212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038669" y="14674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565124" y="1657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65697" y="14555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888315" y="19927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25315" y="17627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783637" y="21378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173128" y="16424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104230" y="2077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98305" y="1986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54451" y="20149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91898" y="18955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29891" y="1424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140654" y="1756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77645" y="19797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47403" y="17682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502415" y="1886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69299" y="17400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925227" y="1510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80459" y="19404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66243" y="18931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28348" y="1955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10613" y="17718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53762" y="22374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005226" y="16532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120868" y="1666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42485" y="1713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73787" y="1737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31860" y="22779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52562" y="18838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67752" y="15342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923549" y="1618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21400" y="22734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63405" y="1535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78773" y="2194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99804" y="1679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61693" y="1659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86381" y="17796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206830" y="16419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123633" y="16243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502887" y="20829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97593" y="21070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58627" y="20875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61141" y="19851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54233" y="17618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137193" y="1562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218802" y="14986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63412" y="23366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106688" y="16680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58545" y="1668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113463" y="1582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107445" y="1442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416773" y="19380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70545" y="23867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313943" y="16870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35234" y="16002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64873" y="21989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202129" y="1721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89205" y="17630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205220" y="19285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57379" y="1938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85306" y="2034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123467" y="1527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104627" y="1844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87791" y="18275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919729" y="1722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59132" y="19731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17465" y="22746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221109" y="16994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141412" y="1784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218555" y="17898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24884" y="21948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316450" y="21961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45982" y="16167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46274" y="2010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596594" y="19341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78103" y="1628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107385" y="1687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80448" y="1489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63984" y="16812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94096" y="17601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95119" y="1511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52108" y="2007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23899" y="1961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2995692" y="24314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30612" y="25427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009975" y="23105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44250" y="23702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53592" y="22843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51973" y="24200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38744" y="24840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59067" y="25264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85452" y="22559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43505" y="25486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75347" y="22635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93960" y="25562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77063" y="21553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46375" y="25383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62375" y="26961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19535" y="22253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65333" y="27159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52104" y="2384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46716" y="21021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83457" y="24479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33377" y="23104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66060" y="24691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507860" y="27148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58856" y="24060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82661" y="20172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53755" y="26076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54733" y="2606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56303" y="23984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08770" y="21633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84531" y="23738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96701" y="22937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72562" y="24374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71075" y="20839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123980" y="22365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36730" y="21385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114018" y="2197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51030" y="20938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80802" y="20589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23148" y="22992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67808" y="27730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93532" y="2699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74154" y="22688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55499" y="24972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74130" y="23213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54540" y="24199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68275" y="25841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982494" y="26100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64891" y="24730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37774" y="20355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220280" y="24750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696029" y="20247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59541" y="25546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29276" y="26790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30114" y="2333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86491" y="23664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73306" y="22187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75129" y="24053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308549" y="24249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85065" y="22109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22786" y="21454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75754" y="24866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28586" y="23116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53106" y="23898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695320" y="23925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40786" y="2232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86657" y="24839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46208" y="23105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76438" y="2398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80128" y="23660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62477" y="24639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41832" y="25772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68170" y="24133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64836" y="24799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699293" y="24886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41261" y="23920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896090" y="21460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798304" y="24173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42609" y="21642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55452" y="25486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65640" y="24878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600761" y="23501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74134" y="23503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90636" y="23697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71221" y="24198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29658" y="24863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72147" y="24019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48929" y="24302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699711" y="22945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223426" y="25817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327900" y="24600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61354" y="24892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58677" y="24055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58865" y="23667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67492" y="23718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74749" y="23787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57224" y="23705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51612" y="24947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02256" y="23510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607557" y="24336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38388" y="25327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15531" y="23050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56325" y="24004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40220" y="21152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34070" y="22736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783813" y="24901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790303" y="23967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74765" y="24328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886914" y="21490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90799" y="24940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692855" y="22653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35152" y="24625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12011" y="2379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407637" y="22664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01116" y="22682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66938" y="25980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07166" y="22034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62828" y="2167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56938" y="21666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31108" y="23909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67212" y="24303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01206" y="25683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24182" y="21668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40506" y="24300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596366" y="23694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02378" y="23145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84441" y="24972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68428" y="23067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63033" y="2318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981227" y="25113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46992" y="24284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08314" y="25555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12187" y="25499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88270" y="22373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55120" y="25255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17660" y="22976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504736" y="21166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32812" y="23057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26421" y="25774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60757" y="23267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89637" y="25265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57634" y="25120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89217" y="27463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40321" y="27374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56262" y="23141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47036" y="25458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40137" y="25764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82968" y="22949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55312" y="26401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39591" y="26331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14438" y="25008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72178" y="260774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72713" y="21833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00568" y="247585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40948" y="27167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58881" y="24403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29101" y="26105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81369" y="261345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48080" y="23915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403954" y="22791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42073" y="25236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26138" y="24597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30951" y="27199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73929" y="24525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06294" y="27731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107164" y="22819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419550" y="26710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414454" y="25264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43519" y="24578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504628" y="241486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71305" y="25592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64072" y="24351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83574" y="24862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97508" y="235392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26414" y="21591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97282" y="20770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95163" y="25097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220236" y="238536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72490" y="14672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815840" y="21838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71312" y="1543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038081" y="258609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841492" y="20943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2003758" y="1470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61314" y="21562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61201" y="24364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39513" y="16189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310730" y="24650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930465" y="22085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2010523" y="1711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112122" y="1542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801861" y="24033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120267" y="23459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110466" y="22624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046632" y="24298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928574" y="15793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029705" y="25249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58847" y="1713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923831" y="248157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95982" y="26290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97541" y="23432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75002" y="17864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91807" y="26281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223473" y="2816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77225" y="16968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925226" y="21599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83306" y="26545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48340" y="1643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131118" y="22683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402669" y="27444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94305" y="1544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918952" y="24052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89761" y="23518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030550" y="23338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59988" y="23343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85469" y="23255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60330" y="27146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222604" y="17033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115423" y="27094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77093" y="2217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116887" y="27037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909936" y="25208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69241" y="23676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71764" y="26447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212089" y="25931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036251" y="18791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2017318" y="26915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134374" y="13979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82520" y="16555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97679" y="21624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302601" y="26477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81974" y="18846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228700" y="26872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77054" y="18532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66576" y="26263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84770" y="24373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220721" y="1828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219549" y="25705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73971" y="19121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046657" y="17913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109678" y="17558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016869" y="18047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52275" y="1671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301632" y="24822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89858" y="1623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59126" y="23156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60802" y="1754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92664" y="26603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43729" y="26496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97471" y="26233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91476" y="26869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940148" y="22751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83992" y="14737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110834" y="16535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911570" y="21820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34319" y="27665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51039" y="17147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94399" y="17388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93467" y="24789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87375" y="2686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84696" y="25411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31919" y="27094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900803" y="1689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56624" y="23192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116857" y="24716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311807" y="27053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044849" y="23501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000451" y="17357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36345" y="1613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110676" y="1757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67999" y="26651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50536" y="25557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50707" y="29245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78760" y="1665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83948" y="26118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23829" y="25117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88490" y="23215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85636" y="25512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130684" y="1860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109907" y="1661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133411" y="1499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65405" y="1971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44427" y="1985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44302" y="1788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107155" y="21065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944300" y="24881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225160" y="24447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75602" y="22808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89668" y="16736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925022" y="24115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2021547" y="1678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51491" y="23919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91690" y="1552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73104" y="26056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51453" y="17403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71433" y="24738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25144" y="28311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59519" y="19548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028218" y="20701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114484" y="21559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71165" y="17975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60560" y="24608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48352" y="1768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85165" y="1894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49646" y="17298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138956" y="21962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128024" y="17758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59906" y="20260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132576" y="19726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95300" y="25664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05207" y="20841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65859" y="1655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63303" y="22592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224384" y="25239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65764" y="23007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131808" y="1585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49760" y="24075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047660" y="1626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924536" y="24221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026228" y="17338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55369" y="2240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84870" y="23602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87459" y="17741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67979" y="17344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57114" y="16967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027031" y="25288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43058" y="1727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043971" y="1605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62251" y="22836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007294" y="15336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91677" y="22910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65742" y="21572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228541" y="17279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10505" y="21164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76048" y="22427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79974" y="1743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203671" y="1668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92411" y="1713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50453" y="19620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72792" y="22155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86739" y="1798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418895" y="23308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947821" y="23919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017899" y="16778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92901" y="23736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717674" y="27462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90557" y="24791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78332" y="16634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65662" y="24302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215623" y="1767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924503" y="22869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214767" y="23076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121364" y="19655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003541" y="22831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127284" y="22281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029509" y="17552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98321" y="21742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223580" y="17892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83103" y="26021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72045" y="1816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54292" y="25604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221464" y="24538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812361" y="1752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54543" y="16344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81881" y="22505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60055" y="1622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61668" y="23387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202746" y="1589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310790" y="1427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230074" y="2526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226959" y="24926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214242" y="18729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49260" y="21592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25021" y="20497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38340" y="17854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34859" y="23600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78787" y="14472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86005" y="15862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507315" y="23271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85393" y="1525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62472" y="24701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18514" y="22507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205020" y="25117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54865" y="1788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41781" y="19645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48597" y="25982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75635" y="24446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77233" y="18002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65875" y="23602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262015" y="18185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43021" y="17007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09971" y="23428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44775" y="18955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63892" y="22094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132683" y="1666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099940" y="22447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66855" y="16306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53415" y="22426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860552" y="24449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98280" y="1681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132941" y="24532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45455" y="27367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66641" y="15338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74401" y="25426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13781" y="2516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301363" y="26565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166189" y="19784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79371" y="2608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37032" y="19524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317890" y="24602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986173" y="20422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58239" y="26873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87475" y="18541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46031" y="25424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08720" y="19139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040145" y="27339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987551" y="1913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305210" y="28255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07312" y="23476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421229" y="1867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00412" y="24436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79639" y="18841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81363" y="25707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09766" y="21834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18660" y="21724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141439" y="26612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64012" y="22422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57835" y="21317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415415" y="18091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63587" y="27407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58289" y="22021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401901" y="26015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98557" y="17561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66942" y="2549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75437" y="25324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88726" y="21054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27328" y="1583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46655" y="22649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190390" y="19397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37441" y="22677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192863" y="17228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24335" y="23470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81400" y="23693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50680" y="24569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66127" y="24447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53163" y="18752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88125" y="24974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2989641" y="19727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226879" y="1616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043132" y="25315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80077" y="18488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56555" y="26686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59109" y="18391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07262" y="2129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48982" y="26859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27543" y="16447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501852" y="23033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12823" y="20859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361836" y="20891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90175" y="23525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71112" y="24494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30647" y="1740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54244" y="18403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56113" y="23127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59489" y="1631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70155" y="21360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17479" y="2079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15997" y="23702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411885" y="23201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92665" y="23677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21439" y="17640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42571" y="25421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67228" y="16558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2994280" y="23012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77612" y="27836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86434" y="2158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643463" y="2299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58237" y="18860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48697" y="21975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89653" y="1704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124464" y="26137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073372" y="20688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027138" y="24936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94357" y="1795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400645" y="2161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87007" y="2061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01092" y="23669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82753" y="1677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64493" y="2552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56054" y="19046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109054" y="1579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53606" y="18654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30534" y="2149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941451" y="26402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58774" y="17506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25731" y="25508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2989631" y="21412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89242" y="17847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42409" y="24959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48832" y="14732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601352" y="25759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74708" y="27902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91127" y="1914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893307" y="17176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878386" y="18431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68439" y="1930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125904" y="16323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84508" y="26882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06831" y="20508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74928" y="22777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031303" y="1642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16899" y="22036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04955" y="23443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85879" y="25533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60176" y="25128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77645" y="18996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02997" y="20819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28833" y="24929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228858" y="2015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31087" y="20647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23381" y="21222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63831" y="19525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49082" y="22698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64350" y="1965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42261" y="23205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56536" y="2448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594422" y="1786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10344" y="2116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327097" y="28995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38211" y="24381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315594" y="1802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24390" y="20643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95640" y="21284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49519" y="27694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791168" y="2454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317674" y="16217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84253" y="18026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45269" y="2606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208869" y="1746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43545" y="26156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01149" y="18702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67675" y="1682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71702" y="22292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69034" y="24697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093465" y="19462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90316" y="1760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72625" y="25375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304176" y="1616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456023" y="2189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48747" y="23564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73056" y="1668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49925" y="24153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64405" y="26254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81245" y="18635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134985" y="27393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73460" y="1908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79954" y="24665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118870" y="1590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71155" y="2013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54738" y="21788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891237" y="2450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44852" y="16734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05420" y="26725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54068" y="1735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77694" y="29322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39140" y="19372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213783" y="28088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213915" y="17596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81673" y="26539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129346" y="1836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63070" y="22445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791215" y="20425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2021335" y="25189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41617" y="24354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22226" y="20195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30297" y="24574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301992" y="1786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205845" y="26669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313537" y="22000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114457" y="17015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51076" y="2250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80291" y="2454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30154" y="24644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54248" y="20974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59539" y="2035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11050" y="19665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53290" y="27501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81944" y="1705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117746" y="17519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82778" y="25028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18416" y="24605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45345" y="23714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64873" y="17278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54591" y="25887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58375" y="2396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92181" y="240266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27078" y="17053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084771" y="1674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90338" y="26151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43420" y="22438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77867" y="25602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22345" y="18014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414703" y="23474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2978013" y="20146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32619" y="27158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41050" y="19787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55531" y="16958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35509" y="23458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2995503" y="24451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22131" y="20542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35450" y="26880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64794" y="22477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69510" y="21770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59507" y="18861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64745" y="23228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76473" y="17492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17314" y="1787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27018" y="26206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22768" y="20645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25930" y="264590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891468" y="18239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40733" y="18565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89068" y="265070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10377" y="24061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2979420" y="17499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36255" y="24425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38078" y="17110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31447" y="17602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83359" y="25468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784360" y="18703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796905" y="19046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69764" y="18049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52397" y="2648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896763" y="23259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29356" y="24390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18605" y="1785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90554" y="23400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71832" y="23440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883450" y="17042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42989" y="241060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23016" y="23648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59704" y="17116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47727" y="273518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46831" y="24648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75131" y="27678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096298" y="16026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799732" y="26567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70479" y="25302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690174" y="25035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178350" y="1835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880189" y="18856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78172" y="238821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71525" y="23492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68846" y="16044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70773" y="23348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087383" y="17664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60735" y="16634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208262" y="22981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879754" y="25746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18472" y="23524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49325" y="25723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32300" y="18960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21742" y="17206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40573" y="23832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99593" y="23640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03679" y="17271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879875" y="17832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23828" y="25055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86343" y="240783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76167" y="16352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894611" y="1953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899120" y="24793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83009" y="24256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73267" y="23028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40581" y="17369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30996" y="19626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52553" y="23122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29862" y="17919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70937" y="19961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54190" y="26351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53643" y="24090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22737" y="21182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35666" y="25330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893708" y="25948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36121" y="1858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110109" y="21552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92229" y="1795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2996932" y="18986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28289" y="23574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205830" y="2445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123367" y="24447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121671" y="27023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093810" y="17753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63868" y="23915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115816" y="27047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83901" y="24976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109363" y="1841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44710" y="17720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42442" y="24849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86346" y="22652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73526" y="23668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61805" y="1679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39642" y="22974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418920" y="2081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99043" y="1877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888994" y="23473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2015349" y="26121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52035" y="1882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61269" y="23416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888201" y="20688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50713" y="19713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58443" y="19848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51948" y="25985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201485" y="28859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65897" y="18163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84971" y="26847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72019" y="18210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40352" y="19390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99358" y="24719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97388" y="24729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404320" y="24568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78263" y="255742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76481" y="26183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187063" y="1812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78819" y="15961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2991265" y="1854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95782" y="24304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99399" y="22491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44904" y="25887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96027" y="22632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81460" y="21916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64651" y="24683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40391" y="17688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72407" y="23725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288430" y="18632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93900" y="25376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70067" y="23228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60724" y="22536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229241" y="24477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224639" y="1766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57503" y="24992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035133" y="25025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94173" y="24493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84875" y="24515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130942" y="27625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82659" y="1659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70342" y="2536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77320" y="1898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10945" y="21596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223252" y="26068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069699" y="22688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49594" y="1773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413724" y="23539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27374" y="22288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30496" y="21611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563514" y="19363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49273" y="18292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46884" y="24307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131738" y="16454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16205" y="23640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58681" y="23723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47040" y="25441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19058" y="23275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65046" y="25617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78047" y="25534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98222" y="24055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488774" y="20408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785861" y="25432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94019" y="24791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55548" y="23252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076540" y="18541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65729" y="28280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039780" y="20045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32813" y="23490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37991" y="24842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53518" y="18136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47345" y="24078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82837" y="1997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2005527" y="26685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75793" y="24413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74764" y="18390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82334" y="26186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15160" y="23514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301813" y="24059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51081" y="1451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235164" y="18757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52118" y="18743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38198" y="23213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118403" y="29990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20735" y="21920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84983" y="24524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01106" y="17240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38107" y="2009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316597" y="26584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470681" y="2087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94061" y="27572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302589" y="1856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125555" y="22424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028893" y="24465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119969" y="25499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72246" y="25314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68120" y="1758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43984" y="19401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75857" y="25585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46832" y="24232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75763" y="1796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116287" y="1699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63248" y="24202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91251" y="2680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138996" y="24454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50125" y="26552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92608" y="23428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027007" y="24085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218690" y="23116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071277" y="21517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70684" y="1567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55643" y="24653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27680" y="20783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01197" y="18302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232667" y="23954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82468" y="26495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59779" y="26684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138724" y="19730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85515" y="17288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12897" y="2202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106519" y="27077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042475" y="21978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52196" y="23887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71547" y="23781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62349" y="24510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079339" y="17344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36114" y="27166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55965" y="20362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54641" y="25535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047274" y="23722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41857" y="25755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62996" y="2282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98706" y="25431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15279" y="22880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940261" y="25203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909178" y="2275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2009276" y="24718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317585" y="1982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81661" y="18211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89092" y="26225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126661" y="24826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210797" y="20488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10255" y="22352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787344" y="23306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076233" y="1952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204741" y="17766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302616" y="23462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64835" y="25645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205160" y="24270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950512" y="273012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53204" y="2484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2993488" y="18788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78662" y="1530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214306" y="24846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26822" y="2476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43813" y="23977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39095" y="24215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54261" y="25075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93696" y="25806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57349" y="15860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87049" y="23848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101885" y="23479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231525" y="25632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82461" y="27917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33682" y="22742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77989" y="24413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41982" y="2573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72910" y="24695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38130" y="243448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53066" y="19117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135938" y="1898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37031" y="24073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42764" y="26401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80077" y="27242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62198" y="252118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56849" y="1797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084112" y="1865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213060" y="26512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79073" y="26867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76969" y="2119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304052" y="25594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53679" y="2269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57290" y="27475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44862" y="25429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41607" y="27628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235052" y="1774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22978" y="21052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87211" y="22353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94478" y="2660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36703" y="19895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43808" y="23977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412548" y="26501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414494" y="1681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90231" y="23941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45731" y="24058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71215" y="22953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305135" y="25368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48320" y="1751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797714" y="24977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53420" y="18542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48617" y="24998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81798" y="26698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309084" y="24936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83955" y="25487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90650" y="17622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2015022" y="25286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23964" y="23813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71003" y="17839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271938" y="20451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896079" y="24168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69417" y="23594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19537" y="18954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42821" y="2188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115573" y="24743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85017" y="23822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48151" y="27077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78549" y="26572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76731" y="24446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29447" y="19935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135320" y="26481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123829" y="1837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2021287" y="25442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71439" y="2761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49089" y="1985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24931" y="23629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35269" y="1731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70871" y="25295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797519" y="25959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74181" y="22242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89828" y="23445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77168" y="26479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102779" y="25319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52554" y="24521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27929" y="2517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57048" y="1782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46437" y="1764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50324" y="25051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57814" y="23992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99676" y="18625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78288" y="21917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80718" y="26801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943838" y="24070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689971" y="25800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227193" y="24849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262625" y="20599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13625" y="23377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046361" y="25211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49662" y="26045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13196" y="21112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047338" y="25466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93222" y="1414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73608" y="23754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43672" y="26741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229260" y="19083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01810" y="1886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53695" y="22329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34935" y="1449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49729" y="26405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32344" y="24094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78203" y="23836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45150" y="2665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65816" y="24869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2007696" y="1773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52894" y="24458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081545" y="16958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101960" y="23602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18163" y="23139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77966" y="25950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80046" y="22590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86209" y="2581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53481" y="18045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93519" y="1795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90715" y="23299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27459" y="2529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97741" y="25449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87290" y="25446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128789" y="25021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68435" y="1648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2021482" y="2325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948149" y="23631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2992764" y="23416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122050" y="24624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66826" y="15276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70538" y="23407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90078" y="23976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92376" y="23671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10204" y="2155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87494" y="25585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120901" y="1719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750215" y="21524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702068" y="24530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78709" y="25061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65984" y="1594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38870" y="24216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2022873" y="24933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24980" y="22689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67360" y="22686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20358" y="19650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2979913" y="19960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59158" y="24953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2003429" y="25733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41240" y="23711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12154" y="2233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924254" y="1781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2975368" y="25450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05892" y="25141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64176" y="23835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06397" y="18678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78343" y="1792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56792" y="23811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690743" y="20922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51086" y="17774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78399" y="23230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11105" y="24574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37920" y="20902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53941" y="23307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82216" y="24981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326750" y="24107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69342" y="26261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33287" y="17955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64385" y="268194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90901" y="20840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937150" y="1627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499545" y="21741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66854" y="18802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502874" y="24003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35870" y="1621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61646" y="22632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30903" y="1797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38915" y="24950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78843" y="24037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42259" y="26009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55963" y="25305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886629" y="2514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98620" y="23293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65214" y="23944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32639" y="24055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51448" y="2733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41097" y="1602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85673" y="18953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61378" y="23506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108130" y="24354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45806" y="18153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58702" y="24061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63531" y="26501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030284" y="27488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595421" y="1701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50208" y="18322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791896" y="2542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505818" y="23944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17438" y="22494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19166" y="24061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44901" y="23970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71896" y="27146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40278" y="16348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37878" y="24954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42875" y="24794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604658" y="22568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366138" y="24668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37078" y="1931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08406" y="22686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60592" y="25110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110583" y="25259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137844" y="23166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16806" y="18808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128836" y="1564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81015" y="25910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96338" y="22856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27769" y="19122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64132" y="16769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59210" y="25497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22063" y="25625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52452" y="25325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52114" y="21119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906335" y="22781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83301" y="26733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83766" y="26106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085049" y="19643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23789" y="24211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264055" y="21561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20305" y="24721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91472" y="25576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56895" y="18323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40591" y="24851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502163" y="24061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93217" y="25787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03622" y="25844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70376" y="2515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93502" y="27634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24252" y="19574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70849" y="2190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84762" y="24338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176311" y="18924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93773" y="21893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313644" y="26165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95393" y="2075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36353" y="22718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67848" y="24178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44836" y="26715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71100" y="17704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43566" y="18114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47809" y="26196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17551" y="24050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33569" y="19204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14802" y="1917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45736" y="24256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188372" y="24814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61803" y="25156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02745" y="25564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197852" y="19864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50716" y="28036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43370" y="27419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57904" y="27061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65330" y="23002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2974832" y="2150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70864" y="21405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794021" y="24813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126125" y="2669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2012234" y="16616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67255" y="23463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42087" y="20996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30179" y="25544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48018" y="21882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56356" y="24332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26317" y="18151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51961" y="27066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412247" y="15074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96896" y="21668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39400" y="22576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23798" y="22084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60063" y="26837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34931" y="23679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02700" y="15524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510456" y="1681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23780" y="25663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31709" y="1654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56827" y="22124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53666" y="24835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75870" y="27072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69654" y="25311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412813" y="18308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79663" y="25597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22229" y="27030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99444" y="24094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084398" y="20931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49043" y="25630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56838" y="16320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25153" y="24088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82932" y="23747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66613" y="22831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85430" y="22617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2973433" y="23111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47584" y="23623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55121" y="23564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25144" y="16729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308199" y="25822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223419" y="253293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201689" y="16441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47096" y="25455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202316" y="1807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21234" y="18069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70926" y="23386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73035" y="25054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87125" y="25782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793246" y="24968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133813" y="24445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79696" y="16754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54342" y="2709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53519" y="19158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98468" y="24179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138345" y="1819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82308" y="25495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41903" y="25843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116938" y="23851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91381" y="23477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12099" y="2001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50593" y="22156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97175" y="29261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037839" y="1845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57657" y="23445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88239" y="24750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282636" y="17831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90992" y="2124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328277" y="25950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208629" y="23890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112571" y="17403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27801" y="23199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64895" y="23091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59033" y="1794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608534" y="23498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216828" y="27050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38503" y="22402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51103" y="246411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61292" y="24861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816303" y="22233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66381" y="25849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37665" y="23788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81358" y="23943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51293" y="23475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135777" y="15044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046449" y="1648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72648" y="17884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80765" y="21177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97117" y="23190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202697" y="26142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17686" y="2334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94051" y="2401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98466" y="17410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63144" y="18602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57424" y="23345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52684" y="18442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946999" y="21725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09274" y="18984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26550" y="22494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16628" y="24888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73821" y="17318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42928" y="25992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89854" y="24225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2988553" y="20132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51937" y="24185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42624" y="15681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206360" y="28011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51729" y="24224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81870" y="23409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136475" y="23765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58826" y="24701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75721" y="18512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31526" y="21884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39815" y="1830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30736" y="26230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48291" y="23390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861214" y="25745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75603" y="15742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29341" y="19984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63042" y="209797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040155" y="26161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18787" y="23388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86746" y="22683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789337" y="22831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57049" y="2582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90512" y="2739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52043" y="18268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205069" y="1404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73971" y="25974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25774" y="18186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90600" y="25411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213660" y="17777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63315" y="29500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85406" y="25782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36497" y="238919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19784" y="26153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71341" y="25223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57300" y="17647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128482" y="25450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116624" y="1794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111121" y="24503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91895" y="23540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092286" y="20044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57804" y="25838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68499" y="25025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27324" y="24247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60657" y="1594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38673" y="23712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2991611" y="21471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70670" y="256767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041318" y="25411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108226" y="25501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25645" y="23966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75118" y="25726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63409" y="18887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85721" y="24309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77255" y="1578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51784" y="25302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68646" y="27158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63475" y="16024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33902" y="1761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119067" y="25001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84117" y="22821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13514" y="21053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71262" y="1557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68207" y="23093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86729" y="24923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61237" y="25678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2977371" y="248790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086418" y="21052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15886" y="232299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23257" y="1594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365886" y="1711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792081" y="22460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42165" y="1790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65361" y="29136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2013022" y="1673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63067" y="21718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64294" y="23958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22085" y="23134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77996" y="1708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56383" y="23643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130600" y="24673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63896" y="24252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14546" y="15384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45660" y="16089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11180" y="21631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78154" y="23836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05074" y="1950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88295" y="23444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46297" y="26176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418111" y="25821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82403" y="17679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2977284" y="21778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18934" y="25384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54763" y="24944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41513" y="24960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097708" y="20708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70385" y="1933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56275" y="24634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203535" y="25957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54226" y="25599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27701" y="24592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2999591" y="22241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17298" y="25515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2973284" y="24592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67297" y="24835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42185" y="1694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37555" y="26552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41885" y="19309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35179" y="22207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94748" y="26243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99258" y="1488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2013490" y="22664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82579" y="25632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71551" y="24508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79740" y="24020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130645" y="23779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2983636" y="20243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200442" y="16767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96010" y="25542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16992" y="1654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39908" y="22471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83443" y="22559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26124" y="24694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84436" y="23420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40527" y="23495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507251" y="23869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116920" y="23521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219311" y="27656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39085" y="1504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35151" y="18150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44009" y="26903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52828" y="23048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74469" y="25613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85146" y="18271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71570" y="2233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35462" y="22616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53105" y="18275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53620" y="1656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58250" y="22912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64824" y="20927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2982342" y="21254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62126" y="24686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2995088" y="23753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84142" y="24785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04815" y="2259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42096" y="17724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50951" y="23008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08143" y="2359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27406" y="21556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44711" y="1652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29856" y="23064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90046" y="25551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69403" y="23427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21959" y="1948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118027" y="18411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57766" y="23830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81097" y="21929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62898" y="23591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84877" y="224636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18768" y="19112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108169" y="15914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223459" y="2377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506694" y="20478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41556" y="20670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35909" y="23308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23067" y="18559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2972711" y="24806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2989179" y="23538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16661" y="22385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44300" y="20987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36884" y="18765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32164" y="27270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2974579" y="22710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86073" y="25452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224451" y="24798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39620" y="22787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45789" y="26306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118149" y="24225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2008589" y="15776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068869" y="2021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199842" y="26598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70570" y="26219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2015908" y="2469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49252" y="23059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29368" y="24536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232524" y="1607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76532" y="26063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32870" y="24356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54082" y="24394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10879" y="21058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73772" y="16413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62878" y="24375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19420" y="1565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512120" y="21223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402638" y="24637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70944" y="20510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068453" y="2363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2974164" y="23320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49325" y="18658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18955" y="23143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2989823" y="23757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138444" y="22829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69682" y="18221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46435" y="253094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97865" y="26120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82166" y="18396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51550" y="26956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942100" y="24111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50693" y="18510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97315" y="23929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61027" y="18337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78308" y="23158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52669" y="16996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51430" y="24679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54983" y="17115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91682" y="26019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45601" y="25644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51812" y="23621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59881" y="17459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47797" y="25931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118109" y="24372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508663" y="18361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120474" y="23460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96016" y="23504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032063" y="1573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031803" y="24451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73867" y="27034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75916" y="24337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39309" y="238967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11538" y="26218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885441" y="17342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028244" y="1664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78164" y="25505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95939" y="23126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421091" y="232078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61855" y="22922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86576" y="23757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63244" y="20203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81916" y="2056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070558" y="2136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35723" y="21763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028279" y="24577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18598" y="24380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14951" y="24573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24032" y="23628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51497" y="22606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31655" y="15729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171439" y="24514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43758" y="24235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170073" y="17426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23930" y="21486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72198" y="2220683"/>
              <a:ext cx="343377" cy="514022"/>
            </a:xfrm>
            <a:custGeom>
              <a:avLst/>
              <a:pathLst>
                <a:path w="343377" h="514022">
                  <a:moveTo>
                    <a:pt x="343377" y="0"/>
                  </a:moveTo>
                  <a:lnTo>
                    <a:pt x="0" y="51402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72198" y="2662859"/>
              <a:ext cx="64571" cy="71846"/>
            </a:xfrm>
            <a:custGeom>
              <a:avLst/>
              <a:pathLst>
                <a:path w="64571" h="71846">
                  <a:moveTo>
                    <a:pt x="4701" y="0"/>
                  </a:moveTo>
                  <a:lnTo>
                    <a:pt x="0" y="71846"/>
                  </a:lnTo>
                  <a:lnTo>
                    <a:pt x="64571" y="3999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415575" y="2220683"/>
              <a:ext cx="569583" cy="80081"/>
            </a:xfrm>
            <a:custGeom>
              <a:avLst/>
              <a:pathLst>
                <a:path w="569583" h="80081">
                  <a:moveTo>
                    <a:pt x="0" y="0"/>
                  </a:moveTo>
                  <a:lnTo>
                    <a:pt x="569583" y="8008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18400" y="2256433"/>
              <a:ext cx="66758" cy="71298"/>
            </a:xfrm>
            <a:custGeom>
              <a:avLst/>
              <a:pathLst>
                <a:path w="66758" h="71298">
                  <a:moveTo>
                    <a:pt x="0" y="71298"/>
                  </a:moveTo>
                  <a:lnTo>
                    <a:pt x="66758" y="44330"/>
                  </a:lnTo>
                  <a:lnTo>
                    <a:pt x="10024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415575" y="2041606"/>
              <a:ext cx="698006" cy="179077"/>
            </a:xfrm>
            <a:custGeom>
              <a:avLst/>
              <a:pathLst>
                <a:path w="698006" h="179077">
                  <a:moveTo>
                    <a:pt x="0" y="179077"/>
                  </a:moveTo>
                  <a:lnTo>
                    <a:pt x="698006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44238" y="2022230"/>
              <a:ext cx="69344" cy="69741"/>
            </a:xfrm>
            <a:custGeom>
              <a:avLst/>
              <a:pathLst>
                <a:path w="69344" h="69741">
                  <a:moveTo>
                    <a:pt x="17892" y="69741"/>
                  </a:moveTo>
                  <a:lnTo>
                    <a:pt x="69344" y="19375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740763" y="2096627"/>
              <a:ext cx="674812" cy="124055"/>
            </a:xfrm>
            <a:custGeom>
              <a:avLst/>
              <a:pathLst>
                <a:path w="674812" h="124055">
                  <a:moveTo>
                    <a:pt x="674812" y="124055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740763" y="2072495"/>
              <a:ext cx="67835" cy="70813"/>
            </a:xfrm>
            <a:custGeom>
              <a:avLst/>
              <a:pathLst>
                <a:path w="67835" h="70813">
                  <a:moveTo>
                    <a:pt x="67835" y="0"/>
                  </a:moveTo>
                  <a:lnTo>
                    <a:pt x="0" y="24132"/>
                  </a:lnTo>
                  <a:lnTo>
                    <a:pt x="54817" y="7081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2018027" y="1778529"/>
              <a:ext cx="397548" cy="442153"/>
            </a:xfrm>
            <a:custGeom>
              <a:avLst/>
              <a:pathLst>
                <a:path w="397548" h="442153">
                  <a:moveTo>
                    <a:pt x="397548" y="442153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2018027" y="1778529"/>
              <a:ext cx="68460" cy="70437"/>
            </a:xfrm>
            <a:custGeom>
              <a:avLst/>
              <a:pathLst>
                <a:path w="68460" h="70437">
                  <a:moveTo>
                    <a:pt x="68460" y="22297"/>
                  </a:moveTo>
                  <a:lnTo>
                    <a:pt x="0" y="0"/>
                  </a:lnTo>
                  <a:lnTo>
                    <a:pt x="14919" y="70437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415575" y="2220683"/>
              <a:ext cx="104281" cy="432631"/>
            </a:xfrm>
            <a:custGeom>
              <a:avLst/>
              <a:pathLst>
                <a:path w="104281" h="432631">
                  <a:moveTo>
                    <a:pt x="0" y="0"/>
                  </a:moveTo>
                  <a:lnTo>
                    <a:pt x="104281" y="43263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70248" y="2584261"/>
              <a:ext cx="69995" cy="69053"/>
            </a:xfrm>
            <a:custGeom>
              <a:avLst/>
              <a:pathLst>
                <a:path w="69995" h="69053">
                  <a:moveTo>
                    <a:pt x="0" y="16871"/>
                  </a:moveTo>
                  <a:lnTo>
                    <a:pt x="49608" y="69053"/>
                  </a:lnTo>
                  <a:lnTo>
                    <a:pt x="69995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409546" y="1634135"/>
              <a:ext cx="6029" cy="586547"/>
            </a:xfrm>
            <a:custGeom>
              <a:avLst/>
              <a:pathLst>
                <a:path w="6029" h="586547">
                  <a:moveTo>
                    <a:pt x="6029" y="586547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74189" y="1634135"/>
              <a:ext cx="71996" cy="62720"/>
            </a:xfrm>
            <a:custGeom>
              <a:avLst/>
              <a:pathLst>
                <a:path w="71996" h="62720">
                  <a:moveTo>
                    <a:pt x="71996" y="61980"/>
                  </a:moveTo>
                  <a:lnTo>
                    <a:pt x="35357" y="0"/>
                  </a:lnTo>
                  <a:lnTo>
                    <a:pt x="0" y="6272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53743" y="2753757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14572" y="2319816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54974" y="1918861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458117" y="1973883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91525" y="1655784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89412" y="2672366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122739" y="1511391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404926" y="1287054"/>
              <a:ext cx="2442947" cy="18186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404926" y="1287054"/>
              <a:ext cx="0" cy="1818668"/>
            </a:xfrm>
            <a:custGeom>
              <a:avLst/>
              <a:pathLst>
                <a:path w="0" h="1818668">
                  <a:moveTo>
                    <a:pt x="0" y="18186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260826" y="289322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260826" y="253873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277743" y="218424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277743" y="182975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277743" y="147526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376458" y="29296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376458" y="25751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376458" y="22206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376458" y="18661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376458" y="15117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404926" y="3105722"/>
              <a:ext cx="2442947" cy="0"/>
            </a:xfrm>
            <a:custGeom>
              <a:avLst/>
              <a:pathLst>
                <a:path w="2442947" h="0">
                  <a:moveTo>
                    <a:pt x="0" y="0"/>
                  </a:moveTo>
                  <a:lnTo>
                    <a:pt x="244294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635999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415575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195152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90827" y="315696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87320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166897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62926" y="3314602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764459" y="2150805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404926" y="1110514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95337" y="1287054"/>
              <a:ext cx="2442947" cy="18186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62452" y="17755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390069" y="21563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597938" y="17231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42850" y="21531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34421" y="20157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499283" y="18373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292852" y="22171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690474" y="16987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395280" y="19660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35659" y="20090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578587" y="2439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61104" y="17360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62892" y="20866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50459" y="18638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47616" y="24614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58590" y="21627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578982" y="23258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19557" y="22560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08562" y="21714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11402" y="19633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483270" y="21599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30824" y="21893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487383" y="19211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27756" y="19666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07708" y="21086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42985" y="19806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60209" y="21983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16384" y="22523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34539" y="24752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45224" y="20936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37208" y="20505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490287" y="24053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54228" y="23296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497505" y="22715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402087" y="23804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00045" y="21974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00489" y="23382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25390" y="20897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30525" y="21540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42274" y="24640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594056" y="17518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40723" y="21100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35852" y="23728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45202" y="18647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594662" y="21541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25809" y="22907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779005" y="18137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15122" y="20491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578872" y="17946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33759" y="20211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56716" y="21291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32576" y="23032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38002" y="17374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15481" y="23237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04663" y="17699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02464" y="20125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56495" y="20959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264121" y="21200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897611" y="21821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862208" y="236134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894414" y="19135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03110" y="20808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179234" y="19322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16575" y="24218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06136" y="21922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52016" y="22297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17303" y="19867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53990" y="20524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01928" y="22164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29275" y="22120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67054" y="20413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26703" y="23554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53386" y="24453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69341" y="28600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59779" y="22873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32011" y="23728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36270" y="22176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93691" y="20247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50050" y="19186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38048" y="23401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42636" y="187395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30661" y="20842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33302" y="22124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486416" y="19542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14176" y="21690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19269" y="19188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51334" y="19139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83007" y="25386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66619" y="20382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21641" y="15669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29764" y="17806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579375" y="19491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46101" y="26844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01112" y="20814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78837" y="24674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73938" y="20134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50713" y="22747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13234" y="23659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60093" y="23480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57025" y="24650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70399" y="20136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584568" y="23069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53688" y="21293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59481" y="23102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56884" y="22920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698065" y="23313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64275" y="21268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770310" y="18469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69885" y="17373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36594" y="17826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18441" y="18489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583985" y="20392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41771" y="22702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35913" y="23107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56083" y="22420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65075" y="22208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28231" y="20624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27618" y="20769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41869" y="22466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71806" y="22489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07228" y="21032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391516" y="21386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73846" y="21523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498503" y="21315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576754" y="18493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36454" y="20913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25604" y="19773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16833" y="205308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22290" y="21567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673945" y="20256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49912" y="21803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38291" y="18045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15995" y="20620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67916" y="19497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23835" y="20791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71536" y="21952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67749" y="25095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08134" y="18849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31419" y="17401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397997" y="20365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29389" y="17226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24018" y="20489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72501" y="20115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36429" y="22611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55927" y="19841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386466" y="21312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03670" y="21720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30095" y="20491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74567" y="20309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02548" y="21995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493707" y="213227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71227" y="22086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593075" y="210856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59958" y="214022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12813" y="18190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21235" y="179706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73837" y="17537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38454" y="16380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57997" y="178662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36719" y="18031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05671" y="17902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44390" y="189799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64256" y="24351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56327" y="20733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02342" y="21863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53084" y="21649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678989" y="22609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57622" y="24549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594362" y="21451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598681" y="2037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26693" y="20201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51712" y="24990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13517" y="21359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693894" y="21939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07986" y="20538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492738" y="20428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585880" y="22212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43207" y="25131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70456" y="2348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13867" y="20032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11981" y="18590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11010" y="2188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33717" y="21495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585109" y="21409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68932" y="19840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33474" y="19045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696389" y="20806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21967" y="19803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676624" y="19563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69737" y="21102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596476" y="20240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07015" y="21165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66876" y="20432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07547" y="23858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43092" y="20630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03711" y="22878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61488" y="21744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17925" y="23546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33197" y="18994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50369" y="23381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74796" y="23910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09345" y="21532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590988" y="19540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24002" y="23162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08377" y="24117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77981" y="21905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57369" y="2193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690587" y="2247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46385" y="21446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16987" y="22262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72144" y="22047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483481" y="21646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66643" y="19938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47273" y="2011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66325" y="22792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67852" y="22177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52595" y="2205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62179" y="21941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596625" y="20459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769929" y="27196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24410" y="2079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28050" y="20434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41109" y="21432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44903" y="21648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39783" y="19879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10465" y="21133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43604" y="23224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66936" y="20244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69634" y="19002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20066" y="20121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31838" y="21725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583387" y="23176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690618" y="23790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483054" y="19247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26146" y="19419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26024" y="21223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46346" y="21653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66835" y="21946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33950" y="2281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019706" y="18712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39180" y="23182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693518" y="20406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05997" y="21905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67035" y="22884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00585" y="2508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64076" y="23804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30075" y="21845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40703" y="20448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599552" y="21424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76023" y="19719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32469" y="23572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59898" y="20170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91730" y="20494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06003" y="20282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690770" y="20164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60077" y="21477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13006" y="18190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782970" y="13804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584755" y="20957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78865" y="18997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684291" y="19794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07157" y="18248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93276" y="18391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401502" y="19234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87000" y="1975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5000346" y="2066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18105" y="2237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15149" y="18003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38432" y="1550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52494" y="18524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22091" y="19200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41875" y="17283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681068" y="21447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53238" y="19050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03091" y="20075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24402" y="19458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08102" y="19641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486986" y="18834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597200" y="21400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22642" y="21296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33138" y="19326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46271" y="19043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05912" y="19048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27367" y="19456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12324" y="19413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28984" y="20767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72455" y="17930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48094" y="19195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578801" y="22436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51255" y="19747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79296" y="21023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84780" y="18724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52799" y="29354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76981" y="2018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20035" y="18311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32867" y="1781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686916" y="18100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55197" y="18219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28319" y="1828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30703" y="18684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496283" y="1713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197835" y="19005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13487" y="16606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32053" y="17973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59706" y="20076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207822" y="17524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36686" y="1796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41965" y="17624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31639" y="2028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17282" y="19537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78813" y="18143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77054" y="1819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32710" y="19743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57418" y="17942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578653" y="19243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61131" y="1878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30514" y="1915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17087" y="19218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45977" y="1690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04359" y="1946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29822" y="18241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59139" y="16987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201732" y="20450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690776" y="16690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39761" y="17817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698405" y="1986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590485" y="17116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42425" y="16007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73573" y="19230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53798" y="19459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207298" y="19972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26727" y="23597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47550" y="22177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14868" y="28656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46710" y="22117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18772" y="23841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055781" y="21665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96925" y="20835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295032" y="2005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37474" y="20341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37366" y="21434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45143" y="17426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22573" y="21171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77181" y="17653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200392" y="20465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20847" y="21191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02145" y="20687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588072" y="25022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23407" y="20867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298247" y="20306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120834" y="21296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77281" y="18712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118584" y="20355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152466" y="26872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70387" y="2179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49300" y="16861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28490" y="18410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675471" y="17209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08424" y="22727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45647" y="23650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56717" y="24925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72758" y="25153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497914" y="23368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588884" y="26477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39296" y="22845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62058" y="22719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672390" y="22804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590642" y="24662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64579" y="21386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581646" y="21631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670830" y="20991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51629" y="21932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50004" y="19587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64657" y="19446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24116" y="2488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55567" y="26594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42475" y="2731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69245" y="2374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493267" y="1873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73986" y="25079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486327" y="2741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886515" y="2015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590551" y="19804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11719" y="23100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38698" y="2137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36160" y="23343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45074" y="2154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390504" y="2253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24012" y="2207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22539" y="22412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496660" y="2117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64414" y="2348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32522" y="23891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73578" y="21359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73268" y="22104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593211" y="20352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13793" y="2188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16449" y="26296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48688" y="22614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392914" y="2419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26047" y="2030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395212" y="1981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62336" y="2208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80810" y="21107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48377" y="20734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49240" y="21911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17170" y="2036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26703" y="22880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57394" y="22028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76727" y="21960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589650" y="1886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09334" y="1989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486793" y="20569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16602" y="2014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18767" y="2103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32280" y="2083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05460" y="20915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579220" y="19609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485925" y="1950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59778" y="1816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81874" y="2130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491948" y="2253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199300" y="18919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581217" y="1883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49420" y="2102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489749" y="20708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07196" y="2164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82954" y="20140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117149" y="20743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05508" y="20896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399184" y="2234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587225" y="1741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43099" y="1959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62595" y="2018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31047" y="19238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495427" y="21587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51905" y="19743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46008" y="2008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64778" y="2015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37776" y="2007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28178" y="21068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37865" y="2104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45058" y="20635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584068" y="2045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81921" y="21389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12154" y="21112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584510" y="21401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68980" y="1908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592133" y="2308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69706" y="20275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42011" y="1972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624275" y="2382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24198" y="22484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82373" y="2402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26452" y="24108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42966" y="23886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16912" y="26160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02209" y="24794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21649" y="2482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51933" y="2273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58270" y="2031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682861" y="1921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45443" y="2259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56916" y="22181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28034" y="2120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596310" y="19259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578493" y="22189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61919" y="21561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50273" y="21996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489669" y="19721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59405" y="21659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53965" y="23384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28994" y="19832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867345" y="17330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497095" y="20394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493769" y="22081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482473" y="21280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50939" y="22483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23535" y="20431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37305" y="200506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49685" y="22100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24011" y="20982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54703" y="17948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21621" y="20136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47229" y="22370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496329" y="20550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485821" y="18536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80642" y="20079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51783" y="18308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69324" y="20176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50350" y="21531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12217" y="22117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24124" y="23546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54335" y="19314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61413" y="22748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10550" y="22711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22190" y="19487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18179" y="17960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595422" y="22000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27850" y="20973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31031" y="21944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14880" y="24150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585577" y="20630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31019" y="19523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496684" y="22078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55190" y="21031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34412" y="19921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588639" y="20287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38924" y="21521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51266" y="18001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19284" y="15695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42230" y="20282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28166" y="21807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07377" y="20929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18882" y="15915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48366" y="19049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582747" y="17417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47323" y="17412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65374" y="18711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21405" y="21804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586254" y="20233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681712" y="20139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672305" y="19832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673343" y="22187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28939" y="20862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75064" y="21663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54344" y="25150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50507" y="22646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33822" y="19328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25399" y="25774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589874" y="23536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35856" y="21800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59066" y="19486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681096" y="19881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686550" y="19815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393292" y="18485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18469" y="23083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13070" y="16483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45075" y="21811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18449" y="19454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63720" y="22975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15211" y="18818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34586" y="19597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49660" y="18748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587536" y="2104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53599" y="19386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794528" y="2112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16571" y="1979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17398" y="17614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70236" y="22720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774109" y="20431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44033" y="20724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34194" y="19977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582808" y="1950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40748" y="2072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15063" y="22880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27198" y="20903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31497" y="2108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09025" y="19196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483902" y="19654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02849" y="17610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575630" y="20178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07853" y="20578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20333" y="1885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583867" y="19569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03600" y="2091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50586" y="22832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56425" y="2004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13566" y="19901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12303" y="17271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07012" y="19964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196374" y="19372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38822" y="20262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41273" y="1963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04335" y="20812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62989" y="2158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592769" y="2203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36625" y="21112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61838" y="19786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43979" y="2230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588119" y="2004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07868" y="19130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21717" y="19451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68339" y="14668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53516" y="2216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32343" y="19923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58744" y="20938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36933" y="19796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51115" y="20653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07283" y="2152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676846" y="2180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06351" y="20748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69838" y="21930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397610" y="24330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395202" y="25023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395818" y="20991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17565" y="20282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11126" y="20618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387494" y="24956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08617" y="2336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57861" y="21868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497072" y="22607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17956" y="23773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72715" y="20428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73634" y="20667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76799" y="25612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01820" y="2337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17966" y="22942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62628" y="2171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593298" y="24954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591208" y="2616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43246" y="21196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01538" y="25604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54042" y="21915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29947" y="26565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43151" y="2215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22076" y="24887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14566" y="2132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67517" y="23955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586138" y="2289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593554" y="21731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494691" y="25492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482493" y="2227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46919" y="2528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483818" y="21526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51860" y="21451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07737" y="21879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57223" y="2442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00758" y="19872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44836" y="2092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778405" y="17923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50158" y="1947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15029" y="20257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73487" y="21677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75099" y="20554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64100" y="20555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27254" y="2200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30883" y="19521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79496" y="21491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391549" y="19290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52931" y="21216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09376" y="20199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59605" y="20995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485537" y="21508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498795" y="19265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400097" y="20414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680599" y="17331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59166" y="19270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52976" y="19626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80928" y="2181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90752" y="2378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13462" y="21350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17481" y="20426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594525" y="2341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48966" y="24041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17926" y="2384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57410" y="22659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01272" y="22336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50418" y="2402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10335" y="21977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578923" y="2039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59298" y="22493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675344" y="20938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63490" y="19133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13763" y="23460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67661" y="2202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41699" y="1918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486806" y="20878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35756" y="23236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78369" y="22291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61885" y="2179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74666" y="25845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26613" y="22357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57032" y="23016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21167" y="2046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18560" y="23536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400460" y="21398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67366" y="21992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16875" y="22951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61802" y="20747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60601" y="20581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50140" y="19967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46470" y="20336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397348" y="15926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40159" y="23160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65239" y="2343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68106" y="19389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25654" y="2232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614640" y="21329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537064" y="25379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593303" y="23978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633797" y="24600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31095" y="20359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587752" y="22082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04268" y="21022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01836" y="22485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56216" y="19304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581244" y="18936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47494" y="19863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33584" y="18954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683655" y="21488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02197" y="25465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07639" y="24698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10782" y="21366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582296" y="22496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28828" y="22986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52155" y="21851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74461" y="20788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694804" y="24394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36500" y="20459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38202" y="25119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70374" y="22890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07316" y="1954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36177" y="21569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58281" y="2256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481882" y="22745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02472" y="23574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594629" y="20617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02663" y="17826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16841" y="2021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784343" y="21310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17761" y="2262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42092" y="2164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43412" y="2328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05291" y="24735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68120" y="19886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68656" y="25437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69668" y="22769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15034" y="2355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39597" y="21019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49116" y="20828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17262" y="23338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61863" y="21013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782507" y="1654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586021" y="21911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586768" y="24191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58805" y="19646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32697" y="19866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20645" y="22232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71952" y="2105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61108" y="22876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22002" y="19512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05441" y="20310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681637" y="2270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672403" y="23340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486179" y="20726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18040" y="21814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05291" y="2250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43947" y="20838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577551" y="19895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26477" y="21710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54277" y="2251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64622" y="23999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31641" y="2074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578857" y="1979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74277" y="21105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06861" y="20929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04252" y="2231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28198" y="22641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489586" y="21756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77406" y="20674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41925" y="23429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32907" y="2187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43226" y="26149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01289" y="22274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54506" y="20735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30447" y="2258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59405" y="2343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68718" y="19695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32561" y="18534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692614" y="2086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576237" y="21145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62731" y="18425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41446" y="16196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56302" y="1883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44234" y="22048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590165" y="18919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14986" y="19452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17647" y="18879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780130" y="19068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00669" y="20449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680225" y="2144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19835" y="2327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23605" y="1798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28510" y="22224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10773" y="2103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44500" y="20299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20128" y="20089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16070" y="21951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68066" y="25194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32427" y="23808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46109" y="24155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14369" y="2475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44128" y="20130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16109" y="17132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23057" y="19252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47336" y="2094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795276" y="19688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62903" y="17574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14042" y="20401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686542" y="22987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30180" y="19821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71776" y="2172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44812" y="21361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597443" y="2080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481425" y="22687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38248" y="22140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496658" y="1763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595270" y="20033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65206" y="2271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22007" y="2011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40351" y="1936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489030" y="22730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02368" y="2097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01209" y="21525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23743" y="22712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597710" y="18280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697500" y="18827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23626" y="22097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11544" y="2104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59025" y="19796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16697" y="20124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02624" y="2033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577840" y="17495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670716" y="20393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45558" y="1793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498008" y="18108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70551" y="20531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35510" y="19268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17636" y="18381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80455" y="20498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18120" y="1876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61731" y="2139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10853" y="20747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79636" y="19244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581893" y="20023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40052" y="1912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45253" y="1807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04083" y="2216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19078" y="15862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69501" y="18495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47854" y="18916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684723" y="17868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72872" y="1816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778851" y="1692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62706" y="18668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32182" y="19332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593071" y="1926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08020" y="21335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23165" y="23820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794072" y="23891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23209" y="22308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34281" y="24823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599210" y="21784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17258" y="22001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590480" y="21973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04871" y="17874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586676" y="22304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687533" y="1997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14664" y="19940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34662" y="2131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33012" y="2085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43117" y="22153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687914" y="23310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06418" y="22994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687588" y="23633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11720" y="20625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31988" y="2652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587461" y="2132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69791" y="2423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79342" y="23147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48582" y="18165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12924" y="2012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36382" y="20998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49729" y="22345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695867" y="2049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03448" y="19724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67714" y="2000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583385" y="1950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36678" y="21694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50816" y="22849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584262" y="23836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19814" y="21804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66433" y="1773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70769" y="20757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04753" y="2219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52003" y="21137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09736" y="22274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03112" y="21402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684033" y="2002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44978" y="19734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21266" y="2395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05823" y="22537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684646" y="1896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04998" y="22971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17033" y="1918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27668" y="20423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30289" y="1712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19178" y="18133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24362" y="21599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671143" y="21139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06873" y="2021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30070" y="19898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43187" y="22480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21264" y="2086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50412" y="18479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36694" y="1877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54861" y="20511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01602" y="2168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690769" y="22054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578433" y="21912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17844" y="21124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598394" y="21115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55840" y="22836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14699" y="27303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05252" y="20899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58422" y="2383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695077" y="24353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48301" y="24232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65683" y="21865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789044" y="2321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48555" y="2567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585530" y="24530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678306" y="2206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01315" y="22259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777993" y="19109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871357" y="27103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22478" y="23313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29067" y="25335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676617" y="27830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33811" y="26308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11255" y="24043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682047" y="22899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781102" y="22465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36488" y="1903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59160" y="23387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781797" y="23551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03882" y="21152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38326" y="22785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59748" y="24817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31919" y="23319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14415" y="21606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688480" y="21651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796147" y="18303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45165" y="21089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591138" y="24709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60725" y="19314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38818" y="2845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26505" y="23849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21942" y="19893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32389" y="24023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589243" y="23433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15573" y="22658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69360" y="26057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31472" y="16093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580954" y="1858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699516" y="25183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14807" y="17506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68082" y="21472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30837" y="21767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781387" y="27134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783946" y="23951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32033" y="27957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04152" y="22900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54767" y="16476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12735" y="18912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53569" y="17592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74444" y="16812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765114" y="1843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780437" y="24184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08066" y="21785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68272" y="2333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37247" y="25351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38887" y="23307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07771" y="23667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34148" y="22134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779316" y="23627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39130" y="22291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781643" y="2518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32890" y="2301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30701" y="26108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07242" y="21703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27603" y="25010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791579" y="27256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892408" y="19207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596219" y="23866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16280" y="25915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19561" y="24378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67976" y="22343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596149" y="23636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771850" y="22108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787777" y="27089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19229" y="25756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05650" y="22822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575769" y="21458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46741" y="23514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32305" y="23032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597740" y="22934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11728" y="22471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07108" y="19404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16087" y="25390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29925" y="20850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08972" y="22847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34518" y="21848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891018" y="18984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29002" y="25878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62958" y="26366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24767" y="25625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24525" y="18662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865359" y="26975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26635" y="22160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32878" y="16970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499280" y="22932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26958" y="29990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59168" y="29656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26098" y="24098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22755" y="29503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29124" y="21799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44682" y="21937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80139" y="16226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01463" y="2330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47168" y="21207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783563" y="20285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24997" y="2184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39557" y="22146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42877" y="23354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23513" y="20277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14442" y="24768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02145" y="20682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20146" y="21303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54291" y="17383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56980" y="23892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794304" y="25574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684739" y="22959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23573" y="23071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35806" y="20553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80228" y="20820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772746" y="21638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779622" y="20956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02801" y="2388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75115" y="22045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01637" y="23391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59723" y="20956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674937" y="25269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205755" y="19081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50930" y="20277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592032" y="20183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16880" y="20065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21068" y="20457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24140" y="25138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41258" y="25033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21955" y="26528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57147" y="25051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08009" y="23488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499389" y="19281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60958" y="22637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56774" y="16948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684863" y="18490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04237" y="19811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06583" y="21923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20247" y="22196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679531" y="15798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673741" y="159233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51027" y="171448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687630" y="16874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583632" y="21930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75063" y="19637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586215" y="22490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60246" y="19802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55801" y="181118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598738" y="18251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16612" y="19470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47476" y="208692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29039" y="18010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69320" y="21557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697404" y="193233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675158" y="23483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37242" y="21993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58604" y="24211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51084" y="20006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583160" y="22675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25656" y="22243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43619" y="21983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77924" y="23352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64352" y="21381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52717" y="20265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70045" y="19243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594698" y="20554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37786" y="18668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28337" y="19900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39272" y="22252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493310" y="2049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27213" y="254155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44677" y="2031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74550" y="19649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28529" y="22677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590965" y="24371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50467" y="26496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79509" y="24845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29573" y="25896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63981" y="2332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684516" y="27683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53661" y="25758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27056" y="2361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47350" y="2148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397058" y="24243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89841" y="23459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490378" y="26984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80563" y="22761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62766" y="24030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60136" y="21306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497256" y="23049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579799" y="21859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687654" y="19858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490601" y="21042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599179" y="20160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74564" y="24748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40203" y="243471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50576" y="2129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70541" y="21145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28799" y="2345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58355" y="22077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19167" y="23198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56330" y="25736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54047" y="23593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495150" y="23475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54980" y="22116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39362" y="26733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599920" y="2260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398038" y="22182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15653" y="24346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11283" y="26282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06440" y="26110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65536" y="23962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36056" y="22328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60032" y="24708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27607" y="23664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50826" y="26808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17897" y="28236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587580" y="26942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07070" y="24762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695301" y="28527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57801" y="19653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04876" y="25107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45624" y="2062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15556" y="26420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68259" y="2239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36049" y="20237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388482" y="21666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79923" y="22377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36272" y="1920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497368" y="21321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49099" y="20807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49747" y="25687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27865" y="23283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55290" y="19244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589205" y="2374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10440" y="2329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683079" y="2793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52613" y="2016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14946" y="188429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18417" y="20214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06749" y="21455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37472" y="21087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27112" y="2134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55759" y="18306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65373" y="24857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48028" y="22415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15364" y="2048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80087" y="20020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34569" y="20516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46446" y="22465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58377" y="2136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492643" y="22869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44603" y="19218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71898" y="2059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11230" y="23800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51322" y="24052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25279" y="23626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36483" y="23049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41172" y="22883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498026" y="172835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26368" y="21962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28710" y="1970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05302" y="22124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68281" y="2338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72793" y="20161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11629" y="21385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13246" y="19134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59900" y="22707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63150" y="21719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57398" y="2323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15741" y="19995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25661" y="21810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28887" y="23749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80523" y="2269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43302" y="20701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489390" y="2133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13013" y="20921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13168" y="20078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44285" y="27686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13718" y="20194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44739" y="24628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49639" y="2029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32366" y="190507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499681" y="21942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74553" y="18605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28007" y="22385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58358" y="21205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64126" y="23476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08377" y="2137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34904" y="2368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43309" y="23545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06482" y="2520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25493" y="2267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68024" y="18158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00875" y="21150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44411" y="18613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682556" y="2085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27993" y="20902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584481" y="21511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57601" y="21256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481530" y="22082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26145" y="2103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599361" y="21644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26604" y="26582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17443" y="240707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20946" y="24336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60845" y="20885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36664" y="24205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498603" y="21273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401947" y="1997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00558" y="24728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83458" y="24481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17794" y="24209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77972" y="22012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484215" y="20064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34486" y="21529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51525" y="20369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35552" y="2203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25459" y="2249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491377" y="16703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19516" y="20926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07756" y="16476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36456" y="14802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10592" y="26123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04827" y="18269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04457" y="23266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54198" y="2345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60107" y="22974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09624" y="2243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38872" y="2085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495789" y="21992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46948" y="2620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26421" y="24265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31457" y="22819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42573" y="25157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50253" y="19028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09582" y="22450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673583" y="22836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482197" y="21099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58631" y="22609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42732" y="25943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788351" y="16404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34707" y="2334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56118" y="17857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486295" y="2449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69358" y="2345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70925" y="21290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49891" y="24207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44227" y="17414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305408" y="22326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03421" y="19973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69193" y="21503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41320" y="19269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598721" y="1970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20881" y="19968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26090" y="21812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57443" y="24465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399601" y="2479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293851" y="21510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488958" y="25084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73097" y="22283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14124" y="26136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306754" y="22792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10222" y="2225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03234" y="2225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60072" y="21618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50263" y="22511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07197" y="2265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22867" y="16743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66850" y="2504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38080" y="17017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36086" y="24458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52330" y="19732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489721" y="20086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692770" y="19565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390748" y="19751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695492" y="2550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21369" y="17025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60783" y="20824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28185" y="2480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20587" y="23061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685155" y="1735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81952" y="23086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70195" y="2132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54251" y="21584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77492" y="20443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64198" y="26872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43893" y="27674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02783" y="22974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56778" y="23746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45711" y="23204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28753" y="26128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789122" y="20547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594046" y="23639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49502" y="24920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52074" y="21227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51235" y="2423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589156" y="17569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496839" y="2326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08443" y="23529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44659" y="2289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496757" y="20656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69959" y="21712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486628" y="22203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35874" y="25106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492600" y="21525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11712" y="23765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61899" y="21469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579408" y="19825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57755" y="1852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32921" y="19682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13451" y="2082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53827" y="19057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52677" y="19858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685673" y="22246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54706" y="21830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09692" y="24771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34524" y="24956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46343" y="16583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72866" y="22281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51040" y="2303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584428" y="23424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23131" y="23266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78416" y="23584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05724" y="22907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18111" y="26192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10600" y="21573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66257" y="21299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71416" y="24308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48418" y="20008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33565" y="1955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23772" y="23983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17940" y="23742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56436" y="19222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796168" y="22933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62813" y="16148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50803" y="24922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35095" y="24522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21235" y="19343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37533" y="15316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32854" y="22164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33901" y="21805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73552" y="23789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66430" y="2272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65227" y="27488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21580" y="23196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489133" y="21786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39970" y="26470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09214" y="1924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46812" y="23167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47924" y="21505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34635" y="18889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74275" y="19302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57107" y="2155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65748" y="22040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78705" y="1895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46047" y="19274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20018" y="21615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31512" y="1916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49240" y="20329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45694" y="20664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61745" y="21575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01682" y="1837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20632" y="19972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04896" y="20494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65624" y="1815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60504" y="20591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08700" y="20050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50338" y="17346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10228" y="19526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481513" y="21014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29906" y="20163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593184" y="23932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22355" y="20960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66050" y="21153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16786" y="21957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69359" y="19461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594121" y="2233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63076" y="2078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56778" y="23331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25622" y="2079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15142" y="19342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13028" y="2659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34937" y="27394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53343" y="25544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58343" y="2230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57881" y="23371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65815" y="27012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400431" y="21158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66599" y="20876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25454" y="22325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70230" y="20816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23278" y="21419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41240" y="20483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04918" y="22824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03044" y="21389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01744" y="22875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397791" y="21719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13660" y="21716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01464" y="24089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19460" y="18124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491445" y="23276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00252" y="22898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42391" y="22947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32788" y="2332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24029" y="22936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07384" y="19771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580156" y="25416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22544" y="27425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40721" y="22070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42009" y="20888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391471" y="2319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50038" y="21905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67736" y="23133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485993" y="20926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681393" y="18490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35160" y="20866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26569" y="18488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43648" y="26013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57529" y="20520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36325" y="1864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33775" y="21761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36992" y="22230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495571" y="19537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18318" y="1807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59681" y="2047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48987" y="21760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597300" y="16911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65893" y="20570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55114" y="21981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01619" y="21010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22209" y="22220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51320" y="2191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575909" y="20790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16271" y="23863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31350" y="15063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06172" y="19793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78458" y="19703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66048" y="20699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595308" y="21440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56042" y="15577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51750" y="22251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82594" y="25674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32984" y="25196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33191" y="20326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583286" y="22605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04798" y="25597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31620" y="26595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067353" y="13457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593094" y="18122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05574" y="2016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496040" y="20822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65774" y="21211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72708" y="2272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46596" y="23166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57141" y="22208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39339" y="23583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70360" y="26516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483853" y="23350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17324" y="22281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44578" y="27262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27343" y="21925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32968" y="21731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01311" y="19986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487063" y="2057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10093" y="2113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01215" y="2453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48862" y="24519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28008" y="23883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588375" y="19747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21786" y="22249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579129" y="24139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37667" y="2225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20276" y="2085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17534" y="21810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02659" y="23451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24956" y="23556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64533" y="24378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07093" y="19453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865987" y="18527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22017" y="21615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35961" y="1970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73096" y="22507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684178" y="19823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36064" y="26184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874388" y="26542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872452" y="23401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20147" y="26250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22699" y="2788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63208" y="24815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13725" y="25339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64111" y="21273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11838" y="21655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35814" y="18766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38857" y="21167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07672" y="21734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41895" y="25762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81701" y="23458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31118" y="20358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01674" y="21936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686049" y="18933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52493" y="20426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497475" y="23365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65906" y="20332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15415" y="24063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481077" y="22086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68921" y="26690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36154" y="24788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83401" y="24303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20862" y="22041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27462" y="28885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58110" y="21717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29773" y="1982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41986" y="17199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79421" y="22441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34637" y="22099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51994" y="2427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48285" y="21964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62441" y="2464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11720" y="22735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576806" y="23789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54060" y="22395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32622" y="23953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691205" y="21576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72450" y="2033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05120" y="24821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05455" y="18590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14160" y="28360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579429" y="23155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72807" y="22360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692293" y="19623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13813" y="22735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60374" y="27000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68456" y="21887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51585" y="21507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75288" y="2268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28536" y="2525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486108" y="22669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01530" y="25117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70003" y="22024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51960" y="2320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70974" y="22740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785051" y="2654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69822" y="20832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00601" y="2140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18801" y="19961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58094" y="22748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49242" y="24156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696361" y="19474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62413" y="1891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03478" y="2063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23029" y="23381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67382" y="23019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582159" y="2283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672461" y="19991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27862" y="24494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54451" y="2520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589729" y="24539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57449" y="20670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48584" y="21328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78918" y="22500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52009" y="23047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40334" y="24883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15628" y="21315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74025" y="20478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77594" y="23315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578687" y="2295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58831" y="2418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691352" y="20456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12313" y="20603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04237" y="25994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56276" y="20928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499538" y="24324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00180" y="20448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43491" y="2220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63407" y="22087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50201" y="2299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581789" y="18955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46106" y="1924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40022" y="22420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03827" y="22673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28262" y="17840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47494" y="26087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12189" y="21587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37241" y="24107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67864" y="20830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581316" y="21993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28256" y="25568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04372" y="26801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21574" y="23708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31104" y="24572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697179" y="2316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864507" y="18444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45025" y="17268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896350" y="18916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41217" y="23327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08391" y="203910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37790" y="19849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492873" y="20525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06977" y="22860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30650" y="16932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915529" y="24825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71214" y="21651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56980" y="222605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37662" y="19843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77592" y="18792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45520" y="19088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24233" y="27008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584278" y="21790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65312" y="20439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43505" y="22699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685367" y="22442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18416" y="22541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37075" y="24922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34663" y="24168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682196" y="2082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598958" y="21547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578163" y="23761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675769" y="21728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598049" y="20790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30431" y="205944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73511" y="21873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48687" y="17208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13288" y="2275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591702" y="21161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691723" y="21886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19935" y="20351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39517" y="20256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692889" y="206360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46345" y="1921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31193" y="22751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592311" y="18088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06169" y="19314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304558" y="2128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50406" y="21246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25296" y="20335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48861" y="19932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75131" y="20482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12705" y="16798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58595" y="18469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36683" y="2152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47811" y="19894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30700" y="21024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66492" y="16499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56002" y="22617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780812" y="23674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671378" y="24312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40637" y="22085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39629" y="215724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39297" y="17345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5955035" y="22705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39222" y="22680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32084" y="179964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28060" y="21817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865386" y="18231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01075" y="21655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769212" y="23218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22112" y="22953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45745" y="17270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395033" y="24654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70077" y="23074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30169" y="21923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51397" y="22117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18548" y="21904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52829" y="22365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35666" y="20626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13237" y="23769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20889" y="15586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20617" y="21974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35138" y="23327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586916" y="17447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53681" y="19139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32151" y="23436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34239" y="20537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41928" y="21693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04281" y="21196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28050" y="18249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61004" y="20642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17050" y="186256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41763" y="22449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64544" y="18257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31272" y="20054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790271" y="21028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49017" y="21025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394565" y="22860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20857" y="20711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594631" y="23700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395439" y="1945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04348" y="21144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586327" y="21321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29336" y="23348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34839" y="20476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21791" y="17251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44464" y="19747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84808" y="19700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36482" y="21272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26153" y="21144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02190" y="22906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33779" y="18972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72126" y="19595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37864" y="18753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589279" y="22240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36481" y="16744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776590" y="25663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13405" y="19772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37127" y="21938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60240" y="17910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00068" y="2020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61719" y="19976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485347" y="21184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50066" y="24034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592458" y="22824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70585" y="24369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64717" y="2168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17966" y="24780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29895" y="24437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35308" y="20198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679734" y="21788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74964" y="2124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678744" y="23464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686738" y="22640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062387" y="18984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57709" y="22680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08702" y="22285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576886" y="2429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580356" y="23985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582701" y="1931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61320" y="2375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81757" y="19567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42412" y="24297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34510" y="22522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36589" y="24370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19996" y="20878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47312" y="23693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74762" y="23687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15456" y="21965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10761" y="24061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597831" y="23687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03039" y="24598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29640" y="25695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62863" y="27327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06121" y="23941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598924" y="2469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51400" y="22862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06892" y="22653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21225" y="23792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68620" y="2352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69558" y="2406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44810" y="18498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66933" y="23696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01911" y="2421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672799" y="22187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33007" y="1963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01076" y="21797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682645" y="23039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69291" y="20916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684795" y="21804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08741" y="20835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576737" y="20559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62638" y="229118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586229" y="20706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54892" y="22976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68146" y="26260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64826" y="21975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17042" y="26231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06512" y="23939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37245" y="25792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69591" y="25213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577034" y="2272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487826" y="22447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586088" y="22215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74456" y="21799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214613" y="19462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17540" y="16997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866949" y="2301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10044" y="26467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32492" y="2552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43155" y="20399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01401" y="24941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587191" y="22622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33954" y="20571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60165" y="23694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08815" y="2198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61448" y="24934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585563" y="24295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593257" y="23894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04806" y="26425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01350" y="238179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39923" y="27070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69541" y="22250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07762" y="2421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05589" y="20945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67905" y="19868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14869" y="1958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590889" y="23556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68938" y="23279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40989" y="21380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16870" y="22932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581005" y="21971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06506" y="23264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66136" y="20974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12540" y="1985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16706" y="22153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39613" y="2015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15712" y="19400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42346" y="18788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34938" y="21699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584418" y="21790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587534" y="23649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17961" y="23600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589490" y="20460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36117" y="23865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598071" y="21494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683657" y="2091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01354" y="21024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53732" y="21300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43306" y="2151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21272" y="23978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41012" y="22352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50106" y="24711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25629" y="2513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48515" y="20996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23122" y="2226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43848" y="23860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68185" y="21977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13936" y="20784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42137" y="20316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496690" y="23101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18302" y="24814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579793" y="19566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74311" y="2463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592080" y="21823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28022" y="19287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72421" y="19407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66433" y="21442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487643" y="21107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64371" y="2407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78499" y="22111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43981" y="19819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59471" y="24740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481269" y="24055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488099" y="22329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12144" y="2262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584355" y="2276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38875" y="24560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12442" y="22511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487035" y="22792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09745" y="25937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65258" y="25221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63885" y="25817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00741" y="1894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48169" y="24138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14044" y="23396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58813" y="26408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50519" y="217545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08039" y="23833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20263" y="22489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39961" y="23985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481962" y="2396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580277" y="19907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41215" y="212465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499018" y="17985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40730" y="20052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66729" y="21397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599205" y="21233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11542" y="25258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74029" y="25699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04976" y="1966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47238" y="23136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390523" y="25587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06174" y="22677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673933" y="23490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75256" y="23187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25445" y="23619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575966" y="19519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596947" y="2071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36917" y="20210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21152" y="20835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687942" y="25165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30305" y="2084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30444" y="23988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596334" y="19943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31827" y="21830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46260" y="20369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11996" y="23773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57466" y="19810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575666" y="2065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497756" y="22121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33494" y="19931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51438" y="21516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31276" y="27189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498983" y="22349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26119" y="24595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54011" y="26215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499536" y="24184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11462" y="26508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67463" y="22619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65865" y="22849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29036" y="23116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309079" y="22585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06451" y="25245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778103" y="22954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484382" y="2225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13920" y="25142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66936" y="22401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17726" y="23354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30054" y="2239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09886" y="22900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13262" y="24469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85498" y="25640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388347" y="18505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46970" y="22172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78552" y="24186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78566" y="23044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58652" y="22998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53563" y="22745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21852" y="23425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29922" y="19258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582985" y="27390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53918" y="27521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32709" y="185948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582700" y="20568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83510" y="23859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12746" y="20679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591811" y="22082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04214" y="21238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584257" y="22229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77572" y="18079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73487" y="19338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694983" y="20021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28181" y="2437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794792" y="20021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680459" y="21903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583156" y="21023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29278" y="21548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64813" y="20452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31709" y="23190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41741" y="21477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695118" y="26260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78851" y="22868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55127" y="20518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18598" y="24852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58241" y="20428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73973" y="21346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20304" y="23090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592965" y="21067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30256" y="25552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01695" y="24162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01359" y="23378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41645" y="23094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118789" y="26992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12770" y="21090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492847" y="21585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490302" y="22261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675305" y="18415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64373" y="24259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56843" y="22197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57792" y="20956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69555" y="20969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43817" y="21106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42051" y="24627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06604" y="2478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24064" y="16346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55678" y="2139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18862" y="221950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482914" y="20931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39709" y="23466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26662" y="18356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62175" y="2185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45686" y="20550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57992" y="2074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22815" y="20224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76638" y="20741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51254" y="23556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31874" y="23787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85237" y="18400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31492" y="2290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61658" y="2132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36470" y="23500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05394" y="22663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675914" y="22432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67170" y="17474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58813" y="20928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73213" y="25306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60693" y="21976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68336" y="24653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495793" y="20678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26965" y="26151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19215" y="24313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306515" y="22829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490500" y="24771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37018" y="25818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45331" y="20483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31067" y="19807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56481" y="24405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36024" y="20129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20380" y="25527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05448" y="20519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787131" y="21138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44309" y="22809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42607" y="25254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56507" y="16230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55260" y="22356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00906" y="22253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69920" y="21078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59161" y="21679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62764" y="22850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16725" y="21354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05815" y="21898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55997" y="22519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485586" y="2184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07051" y="23239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31851" y="18896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485750" y="22862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71004" y="17241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679423" y="22721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04492" y="24646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61484" y="2070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33268" y="2269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21452" y="24605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69626" y="22923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26021" y="21577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59592" y="23313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399169" y="22169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24427" y="2256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59463" y="23022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36586" y="2413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491348" y="23082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69355" y="20515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49662" y="24541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76121" y="21703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74271" y="24474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53214" y="21750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30669" y="22543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27767" y="19696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498439" y="18674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43589" y="20950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22529" y="23643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05010" y="23683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67680" y="21397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594082" y="19391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53431" y="20977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54243" y="24693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689668" y="21755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24581" y="22415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05873" y="2326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55398" y="2363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689925" y="22997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46731" y="24308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33726" y="21876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15628" y="22648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40219" y="2337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73907" y="22595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08348" y="18411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10488" y="21675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063072" y="21954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34917" y="21367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05154" y="2380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33633" y="24294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156179" y="16973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770486" y="21175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48343" y="21675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08444" y="22736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65147" y="21453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45764" y="22707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53986" y="23060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593788" y="23708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24606" y="22021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19754" y="18612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26020" y="20521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57105" y="20677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864284" y="27240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20242" y="17301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592235" y="18929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87534" y="20689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46534" y="21760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13199" y="23997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00952" y="2412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15798" y="19433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677204" y="21633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484414" y="24302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55776" y="22876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64474" y="2127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778146" y="22905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35862" y="20551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688395" y="2004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44368" y="1901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58541" y="24930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30615" y="23425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676007" y="19029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46180" y="19979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19359" y="21508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01838" y="24754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27764" y="19913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03347" y="19626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48211" y="21954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01854" y="26250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486549" y="19572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28552" y="22942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32816" y="19613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32835" y="25498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36544" y="22556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64239" y="25936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58010" y="23267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60071" y="19780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35401" y="23486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59153" y="2422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07984" y="21296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685298" y="26475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36637" y="24233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54923" y="22479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56530" y="25753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788989" y="19449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05339" y="21900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01106" y="2103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07493" y="20418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13914" y="19613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487889" y="23342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21460" y="2430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678984" y="26285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34541" y="22106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38657" y="23294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53180" y="24623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31979" y="21523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32471" y="21401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490748" y="2274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16179" y="20198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64780" y="21419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26919" y="23558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34568" y="2166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61798" y="23960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20109" y="248169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05825" y="22413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24805" y="21985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55540" y="23524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46069" y="22378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55297" y="24982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11097" y="23258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51747" y="22342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770987" y="20526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58701" y="19271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682607" y="2428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34663" y="2105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673905" y="19281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67694" y="21561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61470" y="22174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49159" y="22236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675976" y="24432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596080" y="2422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54803" y="2487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62001" y="19125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39231" y="21731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42889" y="22292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70494" y="20412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02613" y="24051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38560" y="1939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66987" y="21795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596354" y="20239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488947" y="21659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20607" y="20198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597504" y="19740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05522" y="24818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74855" y="21620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61330" y="23479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54615" y="2171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599928" y="22024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68136" y="19361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43235" y="20586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62273" y="23839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10779" y="2394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71184" y="22774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47849" y="26525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16365" y="21322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63359" y="20750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22295" y="25663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589800" y="20941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683781" y="22578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36978" y="22284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09073" y="22219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14399" y="232807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37511" y="23901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45411" y="22624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33252" y="20925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582537" y="21230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63599" y="1993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48219" y="2157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62639" y="1974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491103" y="22550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28371" y="22062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53215" y="21957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65422" y="20690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58118" y="22022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678456" y="23720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673621" y="20565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696040" y="23778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18435" y="20981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697596" y="16642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64103" y="20505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491766" y="21842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23534" y="21947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592860" y="197917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14567" y="1922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17358" y="22401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692700" y="21618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27650" y="20544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215356" y="2314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63610" y="26615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53420" y="2247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06466" y="24325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37812" y="23547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22925" y="21783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18734" y="26571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19523" y="17086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60252" y="21663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861498" y="20265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03183" y="24126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20637" y="24353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38166" y="2016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28757" y="20892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596969" y="19301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19027" y="21936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26618" y="18630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67570" y="21202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32847" y="21522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54431" y="21976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61946" y="24001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26600" y="24942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51298" y="23898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36179" y="2538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73965" y="2231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68090" y="21544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48886" y="20860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29851" y="19951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581236" y="20267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699698" y="19210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73036" y="23756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686990" y="21116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488223" y="21174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12870" y="23796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70156" y="20942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45562" y="24255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42701" y="17456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23290" y="24904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41789" y="25432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22706" y="21801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01933" y="20985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43748" y="22452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17279" y="23015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683317" y="27850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490275" y="21128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25880" y="24449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76315" y="23835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483080" y="22438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25168" y="21204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22106" y="21953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54562" y="19052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72703" y="25081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47991" y="183339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20885" y="19795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12373" y="18289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74618" y="19337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19595" y="21458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33958" y="20617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06802" y="19658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386449" y="20427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386741" y="20719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57220" y="18356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06063" y="19509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60072" y="2196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00002" y="26124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09963" y="24232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07626" y="23930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10375" y="24167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398600" y="22810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587632" y="220611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02945" y="21965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401053" y="22645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09249" y="21443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60367" y="21069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491013" y="21221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28969" y="22300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02047" y="17868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306369" y="22072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80754" y="23991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57226" y="2137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42110" y="180455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834310" y="22963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57714" y="18088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67528" y="22837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64974" y="22257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49420" y="24581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58721" y="23317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80628" y="22877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70164" y="23514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598476" y="21443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09502" y="2391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480986" y="20377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694334" y="23970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29460" y="25891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21456" y="18192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49108" y="20845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786451" y="1884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36096" y="23138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579382" y="2252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01301" y="2575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85578" y="21769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08426" y="23055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42059" y="22306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63709" y="20334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587206" y="21791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494292" y="22795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22930" y="26886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05179" y="20812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34310" y="23684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775621" y="22931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63906" y="19287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02234" y="23591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42643" y="21082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57966" y="20462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14651" y="19179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799741" y="199580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72682" y="155703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41122" y="19295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01125" y="22314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24936" y="2561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40206" y="21333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20493" y="2157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36612" y="22944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25953" y="22244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24032" y="20493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33647" y="21303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59145" y="25767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43901" y="20487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495710" y="1806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44979" y="20891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03758" y="19974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50900" y="20626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483166" y="21479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01874" y="20536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580679" y="13864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21062" y="21913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67854" y="21083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67508" y="22485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482042" y="18339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586946" y="2144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587586" y="21588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16940" y="18028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57844" y="25478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00129" y="22832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59919" y="22541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69438" y="19945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52965" y="21662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91584" y="25871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80673" y="2501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15601" y="25506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06079" y="25139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73409" y="27420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12467" y="21063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32125" y="22097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59065" y="203419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10335" y="20015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47060" y="23769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62188" y="20019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58308" y="22897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64524" y="20793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71380" y="21841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51567" y="189223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27175" y="22218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498423" y="19847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396833" y="1804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65941" y="18342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67035" y="25148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52853" y="19975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17492" y="20300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49439" y="18895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17067" y="2020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581532" y="24195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69322" y="22530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22173" y="24335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586260" y="20692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74135" y="21110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491827" y="23529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582228" y="22377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46004" y="21336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596730" y="20151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20442" y="21562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21885" y="22760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48054" y="1690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481860" y="1903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15388" y="20838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38809" y="19277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54631" y="2203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693026" y="18758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5959699" y="178109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12658" y="20010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797258" y="17889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39729" y="22509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57386" y="2088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67407" y="20976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692448" y="20148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490950" y="18690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73973" y="21865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40647" y="20139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86281" y="18496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41004" y="21492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33548" y="19675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484191" y="18015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14356" y="19883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52331" y="21960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60332" y="19250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23929" y="21778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697349" y="2258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35008" y="21696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35936" y="25640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677383" y="27907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55673" y="21961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20885" y="2579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49101" y="21962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65239" y="23755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592758" y="22357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51419" y="2023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63585" y="24026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25945" y="2322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21376" y="19797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46538" y="19632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12421" y="19720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72043" y="24720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07338" y="24797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29088" y="23756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56268" y="2329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26022" y="23188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86223" y="23695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587540" y="22828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11765" y="23702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21059" y="23420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62490" y="28344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681036" y="21411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42721" y="25938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5990347" y="169189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399061" y="21526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69179" y="22465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38487" y="23015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17409" y="24437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46805" y="23269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394388" y="22583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09964" y="23162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14183" y="21664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43607" y="18254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20751" y="25246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09875" y="21767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599183" y="197251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677789" y="24126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11507" y="21312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06229" y="24625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31428" y="19363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681284" y="27626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673119" y="26634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21589" y="24851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30774" y="22347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43441" y="25479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44393" y="24277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56917" y="24473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70647" y="23155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26332" y="23239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71112" y="19534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27023" y="20428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42459" y="18852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23489" y="18955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21735" y="21180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578965" y="24024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23689" y="21282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26909" y="22603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481884" y="25284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27870" y="19212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77915" y="19444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393224" y="22273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488878" y="19990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576904" y="2256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58110" y="24564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61714" y="19947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71424" y="20184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05487" y="20460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05813" y="16549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00843" y="21918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495517" y="22189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678989" y="2388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53242" y="2468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591460" y="23532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61309" y="20139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14611" y="21630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24453" y="20261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43345" y="24220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12417" y="179619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09255" y="1948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28076" y="18710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74159" y="19954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41914" y="21086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17723" y="2088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56699" y="20328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44125" y="23778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59053" y="22368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18770" y="23855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08325" y="2030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26886" y="24510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491490" y="18041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36529" y="20851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04590" y="20072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497829" y="22103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577791" y="23628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598250" y="187361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36030" y="20965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25593" y="25013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29357" y="19329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399473" y="21794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36907" y="17854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62404" y="21009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43647" y="20863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03191" y="23239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34713" y="24012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19442" y="22824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34477" y="16197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78176" y="21513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61434" y="22891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579919" y="17427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51169" y="22558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495313" y="20757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08737" y="22381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67736" y="22047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770845" y="20853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07716" y="19541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39942" y="19437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675681" y="20983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40044" y="20029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20112" y="195820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777798" y="23290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64597" y="20190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584760" y="1618122"/>
              <a:ext cx="258027" cy="575973"/>
            </a:xfrm>
            <a:custGeom>
              <a:avLst/>
              <a:pathLst>
                <a:path w="258027" h="575973">
                  <a:moveTo>
                    <a:pt x="0" y="575973"/>
                  </a:moveTo>
                  <a:lnTo>
                    <a:pt x="258027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784441" y="1618122"/>
              <a:ext cx="65707" cy="71622"/>
            </a:xfrm>
            <a:custGeom>
              <a:avLst/>
              <a:pathLst>
                <a:path w="65707" h="71622">
                  <a:moveTo>
                    <a:pt x="65707" y="71622"/>
                  </a:moveTo>
                  <a:lnTo>
                    <a:pt x="58346" y="0"/>
                  </a:lnTo>
                  <a:lnTo>
                    <a:pt x="0" y="4218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584760" y="2194096"/>
              <a:ext cx="79786" cy="693832"/>
            </a:xfrm>
            <a:custGeom>
              <a:avLst/>
              <a:pathLst>
                <a:path w="79786" h="693832">
                  <a:moveTo>
                    <a:pt x="0" y="0"/>
                  </a:moveTo>
                  <a:lnTo>
                    <a:pt x="79786" y="69383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21659" y="2821870"/>
              <a:ext cx="71528" cy="66058"/>
            </a:xfrm>
            <a:custGeom>
              <a:avLst/>
              <a:pathLst>
                <a:path w="71528" h="66058">
                  <a:moveTo>
                    <a:pt x="0" y="8225"/>
                  </a:moveTo>
                  <a:lnTo>
                    <a:pt x="42887" y="66058"/>
                  </a:lnTo>
                  <a:lnTo>
                    <a:pt x="7152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63715" y="1969906"/>
              <a:ext cx="421044" cy="224190"/>
            </a:xfrm>
            <a:custGeom>
              <a:avLst/>
              <a:pathLst>
                <a:path w="421044" h="224190">
                  <a:moveTo>
                    <a:pt x="421044" y="22419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63715" y="1967435"/>
              <a:ext cx="71957" cy="63552"/>
            </a:xfrm>
            <a:custGeom>
              <a:avLst/>
              <a:pathLst>
                <a:path w="71957" h="63552">
                  <a:moveTo>
                    <a:pt x="71957" y="0"/>
                  </a:moveTo>
                  <a:lnTo>
                    <a:pt x="0" y="2470"/>
                  </a:lnTo>
                  <a:lnTo>
                    <a:pt x="38118" y="6355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584760" y="1916093"/>
              <a:ext cx="408814" cy="278003"/>
            </a:xfrm>
            <a:custGeom>
              <a:avLst/>
              <a:pathLst>
                <a:path w="408814" h="278003">
                  <a:moveTo>
                    <a:pt x="0" y="278003"/>
                  </a:moveTo>
                  <a:lnTo>
                    <a:pt x="408814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21770" y="1916093"/>
              <a:ext cx="71805" cy="64832"/>
            </a:xfrm>
            <a:custGeom>
              <a:avLst/>
              <a:pathLst>
                <a:path w="71805" h="64832">
                  <a:moveTo>
                    <a:pt x="40487" y="64832"/>
                  </a:moveTo>
                  <a:lnTo>
                    <a:pt x="71805" y="0"/>
                  </a:lnTo>
                  <a:lnTo>
                    <a:pt x="0" y="529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32004" y="1519078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589973" y="2883281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85503" y="1870861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874790" y="1817048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95337" y="1287054"/>
              <a:ext cx="2442947" cy="18186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95337" y="1287054"/>
              <a:ext cx="0" cy="1818668"/>
            </a:xfrm>
            <a:custGeom>
              <a:avLst/>
              <a:pathLst>
                <a:path w="0" h="1818668">
                  <a:moveTo>
                    <a:pt x="0" y="18186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251237" y="2629641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268153" y="215765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268153" y="168567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366869" y="26660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366869" y="21940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366869" y="17221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95337" y="3105722"/>
              <a:ext cx="2442947" cy="0"/>
            </a:xfrm>
            <a:custGeom>
              <a:avLst/>
              <a:pathLst>
                <a:path w="2442947" h="0">
                  <a:moveTo>
                    <a:pt x="0" y="0"/>
                  </a:moveTo>
                  <a:lnTo>
                    <a:pt x="244294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89568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584760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179952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775144" y="31057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44397" y="3156965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56505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151697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746889" y="315696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53337" y="3314602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754870" y="2150805"/>
              <a:ext cx="7269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95337" y="1110514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3040122" y="3412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3905579" y="3425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3040122" y="3577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3106114" y="36433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3040122" y="3814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3106114" y="38802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492003" y="3577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557995" y="36433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492003" y="3814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57995" y="38802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38215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04207" y="36433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3938215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004207" y="3880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373180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439172" y="36433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4373180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4439172" y="3880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4819392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4885384" y="36433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4819392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4885384" y="38802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3277058" y="3630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3277058" y="3867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728939" y="3630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28939" y="3867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175151" y="3630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175151" y="3867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4610116" y="3630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4610116" y="3867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056328" y="3630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5056328" y="3867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2026-07-20T11:12:21Z</dcterms:modified>
  <cp:category/>
</cp:coreProperties>
</file>