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3276000"/>
            <a:chOff x="914400" y="914400"/>
            <a:chExt cx="6120000" cy="3276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009389" cy="3200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74400" y="952357"/>
              <a:ext cx="3009389" cy="32000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342663" y="1185068"/>
              <a:ext cx="2581125" cy="24097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871191" y="27644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910777" y="29741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765211" y="25918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58675" y="25833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837679" y="25976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33317" y="26695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722426" y="25379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985267" y="25973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921673" y="25413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7765" y="256375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933906" y="24003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47375" y="252565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843480" y="231976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800534" y="23921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897937" y="25332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806864" y="24069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48494" y="23700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716241" y="251987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948112" y="25641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29411" y="26188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789519" y="24685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906840" y="24993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19872" y="28483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872981" y="25706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944418" y="28059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056419" y="27975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981187" y="26765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51519" y="266988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011011" y="27269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53436" y="27191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858784" y="26654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001689" y="28529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145532" y="27435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107062" y="25805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007084" y="23625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010456" y="24637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04155" y="24530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607185" y="269309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883670" y="270883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811348" y="25471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857397" y="26137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29217" y="26824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906741" y="27413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635180" y="20899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69544" y="235413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233736" y="28284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244068" y="28166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70645" y="289684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982877" y="25210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917518" y="25472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28962" y="25832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014265" y="287673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56755" y="28223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52632" y="27117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75087" y="26189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02864" y="26497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981287" y="27589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018231" y="25995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234063" y="26896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58789" y="263303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985208" y="28022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723568" y="24088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118857" y="27405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34279" y="26181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899920" y="264821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899612" y="246486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46145" y="28677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131274" y="246946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224800" y="310470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049068" y="29355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252147" y="293991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166521" y="257327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015854" y="27807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151232" y="281453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50079" y="27944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26450" y="23746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294048" y="297928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044277" y="251765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078794" y="24798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120713" y="259451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010113" y="273667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277370" y="26572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199998" y="256559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172774" y="270470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923920" y="25224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012460" y="27798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41943" y="250037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030335" y="266056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108873" y="27017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997332" y="249509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150733" y="26901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025650" y="24896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173553" y="25521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197437" y="30148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101213" y="28057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070875" y="27032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141039" y="26188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985081" y="229095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044204" y="219772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072061" y="278541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355868" y="261115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156903" y="23750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928382" y="25538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056913" y="235534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059802" y="25167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039546" y="24556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035310" y="24713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063373" y="25340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1974953" y="25968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26455" y="24206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881775" y="26501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885855" y="246889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020936" y="24325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30922" y="236058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935914" y="253963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046359" y="24755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084716" y="25397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214349" y="24855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311215" y="259774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263350" y="241095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022872" y="259807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073809" y="24898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103096" y="26237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033620" y="26816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1997004" y="251464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995216" y="258728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020784" y="26506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158645" y="25216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69938" y="26287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097870" y="30470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277006" y="255886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074776" y="26729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078895" y="28837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190835" y="283895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103144" y="248918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097758" y="275232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031737" y="276108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423549" y="266622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323810" y="288724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569971" y="281926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50586" y="303405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505596" y="289234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673344" y="304302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603594" y="289756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559111" y="313937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475106" y="300281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386907" y="306840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550504" y="316458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395132" y="293812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655254" y="25910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731031" y="23393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873852" y="25728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890150" y="25983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644557" y="26685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838581" y="25283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625900" y="24773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796873" y="24788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612864" y="23465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609627" y="25876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631497" y="24007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896242" y="23015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859934" y="24668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849767" y="23482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751018" y="26563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839699" y="23806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985913" y="24969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856860" y="24720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794122" y="26147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805116" y="26529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880184" y="27933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911369" y="25170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66671" y="25131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926090" y="26173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656905" y="242102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903020" y="23161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838691" y="25307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808333" y="24565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56954" y="23724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706574" y="27345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809305" y="24509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79979" y="258821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685544" y="27936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763853" y="25166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91268" y="22962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521260" y="24648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88828" y="26913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592117" y="26251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706796" y="254915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615514" y="24656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83089" y="26292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859012" y="25646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534287" y="24053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913024" y="262305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051938" y="261182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902869" y="246623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2858492" y="26047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544051" y="25645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642974" y="26855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2673262" y="24469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040690" y="24455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641332" y="22766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649091" y="24851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2692144" y="25388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2891253" y="23638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2816884" y="28157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2894540" y="24386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636626" y="26679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18502" y="26943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971304" y="27742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648244" y="26887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644668" y="26081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885824" y="24419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895126" y="24146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630499" y="25439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927090" y="25976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716943" y="25860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960509" y="26585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738132" y="27201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897341" y="23742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543511" y="25345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538765" y="25512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460132" y="26004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848702" y="25532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875621" y="262006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568161" y="26375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657841" y="24545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36732" y="25310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728706" y="26521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837406" y="25746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778458" y="26318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530984" y="24157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721640" y="22698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914246" y="27093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766883" y="229255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755724" y="2579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774853" y="23961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829079" y="26770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90071" y="26041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920957" y="26206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705939" y="24802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54782" y="2158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07171" y="18861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69954" y="215190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71360" y="19280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367793" y="18475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151266" y="23200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2948833" y="20478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972167" y="21697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014888" y="21972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220406" y="22397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047883" y="22465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995333" y="21550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108418" y="22064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227068" y="22225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2884250" y="22292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237355" y="22562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2879199" y="22020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90830" y="23867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076782" y="2124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201940" y="19439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284714" y="19164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2912754" y="23808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042372" y="20620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022410" y="23714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2893477" y="26398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2983395" y="21174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2774458" y="21464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2792194" y="22873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203631" y="19913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070605" y="21559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2741239" y="21447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2862014" y="21460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294628" y="21299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340382" y="20180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008620" y="18731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177350" y="19129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090258" y="17418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2966327" y="19689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034313" y="21431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2962450" y="19653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200466" y="18672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001297" y="19218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097857" y="20672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268224" y="22122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024637" y="23678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065924" y="2099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2912994" y="21083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2948840" y="19207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148432" y="23857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178038" y="19096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261410" y="24365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2977236" y="20343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248747" y="22138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253967" y="21533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411015" y="24956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064626" y="18140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014038" y="20193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078249" y="22083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090839" y="17960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027713" y="21510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2890885" y="20138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038802" y="21102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087489" y="19794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052946" y="20053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2959227" y="21126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178829" y="20254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163827" y="18539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131654" y="2058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007274" y="21532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286555" y="29082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198415" y="29307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218073" y="276457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383654" y="26802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170925" y="25916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523394" y="27979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420311" y="26900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213987" y="29085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420614" y="29607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2004497" y="30439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074817" y="27727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1978275" y="27695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066160" y="29114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052599" y="292513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035673" y="27749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134781" y="282403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2010745" y="28505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872319" y="28561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512379" y="26981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632593" y="282027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923851" y="30802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081458" y="30355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028486" y="27601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848515" y="26514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202342" y="275256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969343" y="30690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871374" y="26239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263447" y="28902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398309" y="29718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1979111" y="30439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136009" y="28658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970665" y="28835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1999755" y="25902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1995161" y="27147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138653" y="28358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918057" y="28868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199798" y="27424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256982" y="26678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275251" y="299426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2018586" y="30373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332146" y="28123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023737" y="318443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085130" y="29086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875086" y="31603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088489" y="1597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162231" y="17636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922284" y="19706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1991904" y="18451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1818024" y="17196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2020043" y="18025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131766" y="17207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2019700" y="13898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153480" y="16001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084762" y="16771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1900600" y="17100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1946581" y="17613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1970025" y="15596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1961312" y="15646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1971731" y="16143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2040622" y="17119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2103073" y="15678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2089566" y="13939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2113016" y="14872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1939890" y="17356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2152593" y="20227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1972591" y="19293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1976182" y="1613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2093158" y="16536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2090316" y="14609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2220623" y="17434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1987974" y="17906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2305804" y="19243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2069816" y="1780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1995175" y="1762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898268" y="19081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114712" y="17261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910740" y="16088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854482" y="18665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082665" y="16203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951610" y="20851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1973734" y="1643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820391" y="17696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185060" y="17093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287016" y="17271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151920" y="1591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077624" y="15882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142028" y="17170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168253" y="1660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508309" y="17069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158823" y="18141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919549" y="19023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092370" y="16614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174974" y="17226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38925" y="15991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149001" y="16797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891941" y="18940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49769" y="17115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898273" y="17997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848215" y="19482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011686" y="16495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902770" y="18675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889403" y="19478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905073" y="16648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866613" y="16882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47545" y="17700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17231" y="17453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189073" y="15167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28398" y="16324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52215" y="1675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108259" y="16398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097727" y="18226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41120" y="16459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29046" y="19488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44938" y="12701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865249" y="17563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49471" y="15867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1984279" y="18271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14810" y="16527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061019" y="16181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057927" y="15234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1976293" y="16131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52022" y="18552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1962074" y="17422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27967" y="15356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198399" y="16619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254059" y="18050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1746179" y="18154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1813784" y="18050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1819485" y="16467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1633284" y="17974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1913258" y="18235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1945902" y="16457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1976578" y="20011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093213" y="15534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081827" y="31716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159089" y="32144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159372" y="31714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089954" y="324353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28172" y="318681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188715" y="301486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1943741" y="316581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055407" y="31302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060364" y="32187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110200" y="32673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1957166" y="306083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070620" y="31588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266442" y="30924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179901" y="308239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083458" y="29920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1883514" y="28419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1847526" y="296065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1945621" y="311119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1852683" y="30832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1963366" y="27090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034074" y="295700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115462" y="32341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072205" y="312227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1996329" y="31263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236350" y="295145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209192" y="262105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551212" y="31221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215601" y="277022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341683" y="259978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612740" y="28486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415342" y="27272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394335" y="258981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360826" y="261605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554773" y="253857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365325" y="268532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593096" y="305611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629777" y="251954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476967" y="25774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286073" y="29445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669357" y="312828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2744239" y="26919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2672219" y="26355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608842" y="29840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578121" y="24470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507040" y="301171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377233" y="28734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2699847" y="27185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423538" y="28517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555854" y="300264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2737425" y="27514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563765" y="26779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166771" y="249372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432582" y="27637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500246" y="30223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205545" y="26530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661512" y="26384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555229" y="30542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440683" y="29674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553164" y="27474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451631" y="287634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569772" y="27609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308215" y="281231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2687230" y="281411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537880" y="282338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587345" y="274815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2659658" y="29507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434431" y="30122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2670473" y="30419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2673447" y="28946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2001631" y="1497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1926751" y="26959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2036606" y="16029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2201200" y="18889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2087746" y="18169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1942570" y="17025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1960814" y="18319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1933352" y="17874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1891758" y="13948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1885832" y="2004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2038162" y="17318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1737957" y="18161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1798940" y="17097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1982189" y="252831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1883251" y="1555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2031849" y="15581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1910674" y="19898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1631859" y="236523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1913453" y="16945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1944551" y="25148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1817458" y="16270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1947645" y="24605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1772572" y="16101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2032592" y="294866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1953604" y="17489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1940249" y="18209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2093582" y="317848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1966891" y="17571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2065210" y="30860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1956451" y="17034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1986534" y="18568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2119897" y="29187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1848051" y="16980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2049046" y="16846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1964780" y="244919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1919883" y="17484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1895550" y="17069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1878896" y="1639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1917888" y="244051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2047884" y="17756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1997173" y="18521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2058861" y="1729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2102652" y="20516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2005726" y="18110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2119287" y="20643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2084037" y="18656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1866664" y="16880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1935349" y="15754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1773205" y="27599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1876400" y="17456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2210138" y="30662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1861676" y="15742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2135359" y="19533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2348394" y="28082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2008073" y="16851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2269331" y="30898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1905364" y="19343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2180615" y="30506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2650112" y="24586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2069370" y="16894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1920925" y="18130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2921408" y="21260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1868032" y="16430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2244087" y="28196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1964106" y="19860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1952843" y="30768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2030809" y="16995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1914129" y="30038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2076277" y="18591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2134265" y="29797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2037724" y="17280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2300171" y="28198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1968941" y="19740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1994240" y="29355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1777429" y="29210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2057125" y="16840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1886973" y="33056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1795969" y="18071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1781151" y="32070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2150735" y="16452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1896189" y="28803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2150820" y="17872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806236" y="18974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2122813" y="20558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55919" y="18247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1867338" y="33065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1972420" y="2065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1798561" y="27734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1937128" y="2093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1711339" y="17854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1870363" y="31218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1989849" y="2029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1998175" y="29925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1937167" y="16245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2016469" y="30013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2021510" y="15837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066631" y="29615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2024437" y="15281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2011979" y="17898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1931063" y="28566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1882831" y="17433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1869288" y="25276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1896235" y="16185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1911651" y="28021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2089859" y="17848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1969520" y="19116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160493" y="22073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1891595" y="20973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1920497" y="21860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1913706" y="19480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1971893" y="30459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2042446" y="13447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2262182" y="29301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2029900" y="29907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1979026" y="16131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2154694" y="31239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1828154" y="17467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1906431" y="283345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1822545" y="14422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1623109" y="27673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1669819" y="17256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1478597" y="288387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1743181" y="1501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1435570" y="26859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1937703" y="288380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1932618" y="28538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1897427" y="26667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1891964" y="27312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1908367" y="25870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1849208" y="25837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1812513" y="263848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1945389" y="24526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1699016" y="26112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1718788" y="25145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1552801" y="25173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2164690" y="25527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731622" y="27308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856178" y="25719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743886" y="25124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868275" y="26168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814542" y="27129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849606" y="22972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652096" y="26267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700009" y="26791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930905" y="250445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1984338" y="23795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741642" y="23661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2010553" y="28376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850191" y="26079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1974624" y="25765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724881" y="23190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855245" y="22631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951282" y="27967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180619" y="17703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129226" y="19220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105212" y="26934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060031" y="13843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887708" y="18198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941671" y="28030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944496" y="23933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929932" y="16721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138404" y="21199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362498" y="18614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224868" y="19468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844454" y="1971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63893" y="15279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224747" y="16918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082371" y="15054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914245" y="27612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154712" y="263676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742764" y="23690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225573" y="15196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788355" y="25030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914291" y="17584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23672" y="1725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61692" y="19218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204775" y="17204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021799" y="17404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013479" y="13535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065943" y="17202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088860" y="14686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861878" y="24293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937689" y="17316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103912" y="263119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026842" y="16132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044418" y="25283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1977846" y="1616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922685" y="24579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905526" y="18688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019808" y="26307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031874" y="1751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176337" y="13298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145582" y="16623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971021" y="25672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896765" y="15713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1986625" y="16705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1984421" y="18399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1981991" y="14428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924397" y="237302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1999945" y="16142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767459" y="23872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032938" y="18369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19990" y="21135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031715" y="26915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010397" y="19403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070574" y="20879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801475" y="16155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089677" y="1741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59802" y="21216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966636" y="20078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883304" y="16756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040865" y="19235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908291" y="19355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3071479" y="20703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095900" y="1791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090384" y="13589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729075" y="22573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39525" y="15818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787841" y="18828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1981921" y="16759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68345" y="18342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023360" y="18317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98321" y="195883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161623" y="18244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069199" y="15920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944081" y="24083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960381" y="18637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578035" y="19981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788637" y="20497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757069" y="15179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874002" y="21220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301395" y="22496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666377" y="1532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165721" y="17601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507632" y="19899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971226" y="16558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48493" y="18981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909955" y="20665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503955" y="21334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947305" y="15015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20047" y="21305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63291" y="24032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215770" y="16739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089121" y="21825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113908" y="2550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723358" y="25666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151744" y="1860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737357" y="21371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044370" y="18692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080765" y="22052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131393" y="20560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592410" y="23945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090741" y="1648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588156" y="24302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2013200" y="14314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512871" y="1683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513476" y="14157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2910904" y="21274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055654" y="18227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2800306" y="23197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211827" y="16633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082470" y="22401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287523" y="21192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2769469" y="21568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386409" y="19987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426551" y="13747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120954" y="1814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2371350" y="21102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2233741" y="1830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2503177" y="19868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2890813" y="17926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893343" y="14884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902604" y="20582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936678" y="1995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47545" y="20784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040120" y="18348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346116" y="24517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1977866" y="16776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100049" y="16956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122889" y="17576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050305" y="17895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534288" y="25054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133535" y="1983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149585" y="15199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891569" y="1631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2628892" y="24994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2144992" y="15219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2689510" y="23948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2183449" y="17121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037527" y="16861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063611" y="18451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190874" y="16626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102970" y="16393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503675" y="22470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498082" y="22790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456912" y="22530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459568" y="21174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346614" y="18214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117298" y="15569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203522" y="14728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884592" y="25831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085067" y="16973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139857" y="16984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092226" y="15835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085867" y="13985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412691" y="20549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892129" y="264954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304045" y="1722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220884" y="1607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674824" y="24006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185906" y="17678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172251" y="18232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189172" y="20424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349937" y="2056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379445" y="2182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102795" y="15108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082889" y="1930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170757" y="19085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1887533" y="17692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351790" y="2101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836047" y="250103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205960" y="17389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121755" y="18512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203261" y="1858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738230" y="23953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306694" y="2397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232240" y="16292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232549" y="21505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602684" y="20498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160522" y="16448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085804" y="1722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268655" y="14601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251261" y="17148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177419" y="18193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284156" y="14902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238712" y="21473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525876" y="20862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3024355" y="27087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849938" y="28562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1982884" y="25486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758690" y="26277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028968" y="25138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027257" y="26937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224592" y="27785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246065" y="28346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273942" y="24762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335278" y="28640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791547" y="2486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282931" y="287417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582047" y="23429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232655" y="28503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249560" y="30594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626921" y="24357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147029" y="30856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238708" y="26461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761296" y="22724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271834" y="27305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430234" y="25485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887391" y="27587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508931" y="30842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140186" y="26750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693619" y="21600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134796" y="29422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030173" y="29404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137488" y="26649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615548" y="23535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272970" y="26324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1968859" y="25263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154667" y="27167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470064" y="22483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103337" y="2450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539433" y="23207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092812" y="23989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660198" y="22615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585998" y="22152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842052" y="253355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149644" y="316136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176823" y="3064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473317" y="24933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347951" y="27959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473292" y="25628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980875" y="26935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889731" y="29110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3010411" y="29454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886156" y="27638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540536" y="21842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205084" y="27665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707742" y="2169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457879" y="28720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425901" y="30369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743755" y="25794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592009" y="26226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83735" y="2426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685660" y="26741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298346" y="27001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696158" y="241659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736012" y="23298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475008" y="27819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425172" y="25499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345423" y="26536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706993" y="26571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438062" y="24449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697840" y="27782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760760" y="25485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475730" y="26649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796598" y="26221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2989261" y="27518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333511" y="29020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2783963" y="26847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2569129" y="27730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2711191" y="27845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2755533" y="26565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2919120" y="23306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2815803" y="26900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073925" y="235475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2664870" y="28640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2675635" y="278346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2607085" y="26011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2790265" y="260137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2596388" y="26270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2681532" y="26934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2426304" y="27815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2365541" y="266962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2446666" y="270720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2711633" y="25273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2208408" y="29079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2318792" y="27466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2354137" y="27854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2773934" y="26744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2245851" y="26230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2677592" y="26298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2579602" y="263893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2772399" y="26281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2766469" y="27926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2819978" y="26023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2614266" y="27117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2224216" y="28429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2622691" y="25412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2454480" y="26676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2754433" y="22897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2325310" y="24996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2800491" y="27865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2807349" y="26627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2685275" y="27106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2909424" y="233455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596561" y="27917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2704389" y="248873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2749078" y="274995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2935941" y="26399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403039" y="249020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2818774" y="24924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2677006" y="29295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2825166" y="24067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2778320" y="235964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2772096" y="23578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2744806" y="26551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2677296" y="27072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2818868" y="289022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2843144" y="23582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2966048" y="27068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602443" y="26265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2820106" y="25539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2695499" y="27959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467268" y="25435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2567223" y="25590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3009072" y="28145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2867244" y="27047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2720722" y="28732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2830470" y="28658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2699545" y="24515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2347550" y="28334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2836253" y="25314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2505630" y="22916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640950" y="25422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2634198" y="29022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2776132" y="25700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2278364" y="28347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561519" y="28155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2594889" y="312598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543227" y="311419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2665726" y="255335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2655979" y="28602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2648689" y="29009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2693942" y="252785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2770378" y="298535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648112" y="297606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2832849" y="280071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365574" y="294236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2577452" y="238003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029506" y="276760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2543890" y="30867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457180" y="272051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2531373" y="29461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480941" y="294993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2234456" y="26559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399147" y="25070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2650734" y="283088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422586" y="27463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2427671" y="30910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2895705" y="27367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141212" y="316156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085569" y="251063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2415625" y="302629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410240" y="283468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2440950" y="274369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505516" y="268680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2470308" y="287811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357010" y="271365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2377614" y="278142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181024" y="26060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2422878" y="234796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497754" y="223915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2389858" y="281248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205038" y="264772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2048934" y="14311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777768" y="238072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942033" y="15317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2012579" y="291367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804871" y="226208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976315" y="14361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931470" y="234412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142663" y="271545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908436" y="16322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300650" y="27533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898877" y="24134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983462" y="17542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2090809" y="15314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762999" y="267148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2099414" y="259547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089058" y="248481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2021615" y="270659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896878" y="15798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2003729" y="283266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928864" y="17578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891867" y="277518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073755" y="29706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969746" y="25919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157245" y="18541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2069344" y="29694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208458" y="32187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948281" y="17354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893342" y="234901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2166019" y="30043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234731" y="1664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2110878" y="24927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397790" y="31234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966328" y="15336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886712" y="26740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2067182" y="26033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2004622" y="257951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2035725" y="25801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062648" y="256844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2036087" y="308398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207540" y="17439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2094296" y="307713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053798" y="24250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2095842" y="30696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877186" y="282717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2256815" y="262426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259480" y="29913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2196430" y="29229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2010646" y="19770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990642" y="30533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114319" y="13394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2270845" y="1680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969892" y="23523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2292061" y="29954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058956" y="19842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2213980" y="30476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159413" y="19426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2359655" y="29670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167565" y="271660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2205550" y="19098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204312" y="28931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2050500" y="2020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2021640" y="18605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088226" y="18135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1990168" y="18783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027577" y="17022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291038" y="27760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961629" y="16380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246127" y="25553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036586" y="1811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070250" y="30120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335515" y="299783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497953" y="29630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068995" y="30472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909107" y="25017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061087" y="14398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089448" y="16781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878913" y="23783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431229" y="31528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026271" y="1759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072083" y="17911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071099" y="277173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170318" y="30469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378800" y="28540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534350" y="3077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867537" y="17256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926515" y="256005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095811" y="27620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301788" y="30716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2019731" y="26009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1972821" y="17869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905089" y="1624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089281" y="1815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149846" y="30184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131395" y="28735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237232" y="33621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161216" y="16942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061040" y="294783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631459" y="28152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171496" y="25631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062825" y="28674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110420" y="19516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088468" y="16889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113301" y="14732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147105" y="20989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124941" y="21182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124809" y="1857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085560" y="22783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913494" y="27839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210240" y="27263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946566" y="25092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067084" y="17047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893125" y="26824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995111" y="17115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132404" y="26565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963564" y="15437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260896" y="29395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026707" y="17930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047818" y="27649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421535" y="32383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1929573" y="20772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002158" y="22300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093304" y="23437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047535" y="18688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1930674" y="27476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129088" y="18298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1956670" y="19973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024798" y="17791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119160" y="23971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107610" y="18400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141295" y="21716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112419" y="21009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178691" y="28877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928752" y="22485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041929" y="16807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144885" y="24806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209421" y="28313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041828" y="25356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111608" y="15881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024919" y="26770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022700" y="1642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1892612" y="26964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000056" y="17844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030845" y="24561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1956359" y="26144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170406" y="18378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044168" y="17852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032689" y="1735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000904" y="28378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123494" y="17758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018802" y="16143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038117" y="25128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1980051" y="15192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1963551" y="25227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1936149" y="234546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213813" y="17766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617381" y="22913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052694" y="24587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056841" y="17969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187536" y="16978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069982" y="17568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025651" y="20868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1943597" y="24227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063989" y="1870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414933" y="257552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1917215" y="26564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1991256" y="1710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070500" y="263214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1674050" y="31258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068024" y="27719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055107" y="16911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1936065" y="27071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200163" y="18285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1892577" y="25173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199259" y="25447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100573" y="20914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1976086" y="25122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106828" y="24394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003522" y="18128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076227" y="23679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208571" y="18578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482772" y="29349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365433" y="18946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029707" y="28796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206334" y="27384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1774092" y="18090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135629" y="16528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1953201" y="24690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035797" y="16362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1826188" y="258599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186558" y="15927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300714" y="13784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215432" y="28353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212141" y="27898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198704" y="19688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235703" y="23481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844031" y="22029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280728" y="18527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643112" y="26141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583869" y="14047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485839" y="15888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508355" y="257059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062568" y="15090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038350" y="27600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625843" y="24693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188961" y="28151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030313" y="18568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333457" y="20901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129347" y="29297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157913" y="27262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687883" y="18724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75883" y="26143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305742" y="18967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51736" y="17405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22473" y="25913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393183" y="19986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79443" y="24146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112533" y="16953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077938" y="24613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254293" y="16477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028781" y="24586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1825009" y="272667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181840" y="17152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112804" y="27375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231683" y="31132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148411" y="15194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050954" y="28560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726499" y="28219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290753" y="30070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204496" y="21085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1844892" y="29437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328440" y="20741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308215" y="27469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3014298" y="21931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139534" y="30478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170423" y="19438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232292" y="285588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143776" y="20230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014760" y="31096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3015754" y="20228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294818" y="32309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247944" y="25976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417399" y="19614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240654" y="27248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267800" y="19836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269622" y="28933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039225" y="23802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154279" y="23656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121784" y="30132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356946" y="24581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090013" y="23116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411257" y="18842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356496" y="31185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879180" y="24049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396978" y="29341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499101" y="18140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254385" y="28658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369017" y="28426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805682" y="22768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35155" y="15856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655575" y="24881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230065" y="20572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540184" y="24919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232678" y="17699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526338" y="25969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92286" y="262648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342860" y="27426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464836" y="272633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345484" y="19718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065454" y="27962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3017962" y="21010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212056" y="16292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017916" y="28414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479575" y="19368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243410" y="30231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985702" y="19239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036580" y="23080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129753" y="30460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529727" y="16663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502582" y="25390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782049" y="2250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411209" y="22552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490245" y="260425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364447" y="27326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427350" y="17931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191875" y="19255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348600" y="25515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563479" y="16484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680405" y="23173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469999" y="22427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28840" y="26276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407527" y="25613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598531" y="26244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3685496" y="18244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651261" y="28554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77312" y="16810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3022863" y="25362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265659" y="31754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486292" y="23471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3708765" y="2533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350845" y="19860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869046" y="23988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278380" y="17460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103848" y="29503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106428" y="22283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001017" y="27912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177695" y="18658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395651" y="23506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486898" y="22181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818748" y="26233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271091" y="17096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251798" y="286943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031569" y="2010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087567" y="1580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134639" y="19588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061168" y="23348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1910484" y="29853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140099" y="18066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422156" y="28669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017951" y="23242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066634" y="18518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073714" y="27941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340907" y="14391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607710" y="29001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262590" y="31842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068626" y="20243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2916179" y="17629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2900414" y="19292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150311" y="20443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105370" y="16500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061632" y="30490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141780" y="22044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2685448" y="25050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2005418" y="16632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152418" y="24070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245455" y="25933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2697018" y="28703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2881174" y="28166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2160038" y="20041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137729" y="22457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2636746" y="27902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2214148" y="21582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167408" y="2222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264923" y="22991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2145442" y="20741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2658140" y="24946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2251647" y="20909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2756589" y="25618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2771672" y="27307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2600388" y="18539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145492" y="22910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2317943" y="33290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2752310" y="27176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2305789" y="18751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160333" y="22223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2179050" y="23072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2447289" y="31566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2808263" y="27394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2307987" y="16359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2167019" y="18755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2548455" y="294078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2193027" y="18011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2124009" y="29527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030121" y="19652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2043847" y="17161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2787696" y="24409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2150939" y="27594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127659" y="206585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2067769" y="1819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2788671" y="28493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2293726" y="16294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510724" y="23876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2974755" y="26094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2155189" y="16982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2553375" y="26873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2146049" y="29657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2058185" y="19563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2114964" y="31167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2261272" y="20162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1951165" y="27552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2097938" y="15943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2153180" y="21555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2875428" y="23741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2913992" y="27334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2125389" y="17044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2928977" y="30281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2452096" y="17863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2265745" y="33723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175917" y="20540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2198219" y="32088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2198359" y="18186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2164293" y="30036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2109007" y="19204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2461606" y="24611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2808312" y="21935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1994886" y="28247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2755909" y="27141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2629765" y="21629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2955261" y="27432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2291418" y="18545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2189832" y="30208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2303616" y="24022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2093275" y="17417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2554591" y="24686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2057177" y="27392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2532486" y="27524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2557942" y="22661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2246564" y="21835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146238" y="20928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2345617" y="31310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2164579" y="17469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2096751" y="18084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2693742" y="28033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2837051" y="27472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2548535" y="262933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2991793" y="17764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2346992" y="29171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2456646" y="26628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2492364" y="267062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2846203" y="17466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118473" y="17054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2279105" y="295214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2863471" y="24602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2582897" y="28794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2946859" y="18740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2410504" y="25974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3005676" y="21565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2852059" y="30855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177934" y="21089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2981922" y="1734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2960768" y="25953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024156" y="27268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2840977" y="22089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2749394" y="304880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2674740" y="24653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2785380" y="23716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2880467" y="19862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2463377" y="25648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2687080" y="18049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152856" y="18556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2846141" y="29594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2735993" y="22225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2739335" y="299292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2914236" y="19037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2966287" y="19470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2277763" y="299928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2617246" y="267523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3007163" y="18057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2750244" y="27234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2963483" y="17543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2956476" y="18194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2588700" y="28617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2801070" y="19653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2814324" y="20107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2996961" y="18786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2872955" y="29966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2919831" y="25689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2637298" y="27188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154220" y="18531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2490645" y="258762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2682177" y="25929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2905764" y="17452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2863015" y="268116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2524944" y="26205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2986331" y="17550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2234084" y="31112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2867074" y="27530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2685662" y="31545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130651" y="16106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2817311" y="30072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2680748" y="28396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2701557" y="28042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217345" y="19185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2902319" y="19856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2688876" y="265149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2470540" y="25998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2890334" y="16130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2575402" y="25808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121233" y="18276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2776109" y="16911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2192386" y="25321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2901860" y="28984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2837111" y="26041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2658397" y="28954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2640409" y="19993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2523597" y="17669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2649149" y="264490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2288884" y="26194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2927138" y="17756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2901987" y="1849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2525801" y="28069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2591852" y="267748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2898069" y="16538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2917556" y="20759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2922321" y="27722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2693986" y="27010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2683693" y="25384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071783" y="17885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2956000" y="20876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2661807" y="25508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2849146" y="18614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2998199" y="2131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2663537" y="297861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2979928" y="26790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2841618" y="22937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2643965" y="28434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2916602" y="2925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172727" y="19501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2088682" y="23428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2175446" y="18664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025665" y="20028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058796" y="26107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2189817" y="27280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2102690" y="27263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2100898" y="30677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128022" y="18393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2039825" y="26558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2094711" y="30708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1955335" y="279651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2087893" y="19272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393114" y="18350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2968093" y="27797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2591856" y="248852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2472654" y="26231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2565926" y="1712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2542510" y="253121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2414960" y="22446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2182646" y="19748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2911622" y="25973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1988562" y="294817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2132979" y="19808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2882329" y="25898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2910784" y="22283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2448551" y="20991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2879343" y="21170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2238544" y="293023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2185226" y="33109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098531" y="18937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2273434" y="304444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2048437" y="18999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2543260" y="205630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2394291" y="276239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2497866" y="27637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2399533" y="274245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2372003" y="28756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2370120" y="295637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226550" y="18885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2372591" y="16020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019678" y="19444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2179200" y="27074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2394334" y="24672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2336757" y="29172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2285115" y="24858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2481037" y="23909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2568934" y="27576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2437645" y="18308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2894097" y="26306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333651" y="19559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2599836" y="28494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2680312" y="256494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2670440" y="24731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2214551" y="27303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2209690" y="18274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1927444" y="279863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2009465" y="28030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2071844" y="27324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2062020" y="27353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2110693" y="31475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2165335" y="16862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2786259" y="28478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2159694" y="20022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3146126" y="23486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2208224" y="29412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3102548" y="24933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2553025" y="18366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2409470" y="260603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2529548" y="24403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2849815" y="23506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3624294" y="20527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2447030" y="19108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2972786" y="2707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2111534" y="1667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2517747" y="261940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2351313" y="26304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2444670" y="28580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2626418" y="25710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2252383" y="28814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2266119" y="28704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2287434" y="267445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3545327" y="21912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2802655" y="28568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2071682" y="27719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1925378" y="25680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3109776" y="19438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2253104" y="32342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2014374" y="21431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2323982" y="259956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2435109" y="27787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3085452" y="18901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2128024" y="26775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2059867" y="21335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1978185" y="302297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2158081" y="27219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2156993" y="19238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2270648" y="295686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2833612" y="26028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2291228" y="267496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2237627" y="14103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2220810" y="19724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3083973" y="19705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2224016" y="256291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2097445" y="34608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2945158" y="23916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2379103" y="27365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3030075" y="17714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2329575" y="21501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2306849" y="30095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3526210" y="22524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2177382" y="31404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2292049" y="19471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2105001" y="24583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2002871" y="272883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2099099" y="28657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1943021" y="284123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2149973" y="18174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2969722" y="205775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2263805" y="287714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2127482" y="269793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2580673" y="18670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2095209" y="17393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2144826" y="26938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2491382" y="30386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2119203" y="27273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2236617" y="30052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2070191" y="25914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2000879" y="26784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2203404" y="25500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3104215" y="23382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2047027" y="15641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2136791" y="275375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3692090" y="22409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3241484" y="19122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2218171" y="266110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2165133" y="29977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2246817" y="30228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2118916" y="21013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2168352" y="17778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3253845" y="24054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2084888" y="30749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2017222" y="23992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2133149" y="26521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2047938" y="26381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2249532" y="273470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3112733" y="17852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2221814" y="30866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2031475" y="21850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2769670" y="28705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2022293" y="26303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2122225" y="28997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3095466" y="25118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2182290" y="285683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2622425" y="25188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1909227" y="28265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1876385" y="250188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1982145" y="27622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2307893" y="21145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2798218" y="1900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2172132" y="29619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2106169" y="27766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2195064" y="22018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2828429" y="244882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2804222" y="25752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3109452" y="207370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2188666" y="18412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2292077" y="25959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2040847" y="28850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2189108" y="270290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1920058" y="310451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2134215" y="27788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3022026" y="19766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2266768" y="15149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2198772" y="27792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2740277" y="27691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2441261" y="266406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2224964" y="269568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2240987" y="28096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2176997" y="29064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2349906" y="15886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2169973" y="26470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2079993" y="25982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2216965" y="28834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2270783" y="31861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2430557" y="250045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2899994" y="27219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2228014" y="28965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2049379" y="275920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2435256" y="271279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3084974" y="202018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2115971" y="20021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2751064" y="26768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2123184" y="29852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2162607" y="30967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2249373" y="282767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2243721" y="18691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3117776" y="19582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2197455" y="300005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2267203" y="30470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2264979" y="22960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2293594" y="28783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3085621" y="24942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2349843" y="31275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2442369" y="28564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2438930" y="31478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2220692" y="18384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2736216" y="22766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2170144" y="244900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2177823" y="30117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2962030" y="21232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2335599" y="26640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2408227" y="29985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2410283" y="17147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2278991" y="26593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2443287" y="26748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2892837" y="25284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2294739" y="284840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3185616" y="18077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2815179" y="27966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3085348" y="19439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2023711" y="27994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2058769" y="30246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2298911" y="27912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2166704" y="286416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2173778" y="18221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1988216" y="28375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2420289" y="26423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2364333" y="18508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3316226" y="21969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2919107" y="26894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2468312" y="261342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3155205" y="19986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2228899" y="23872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2094454" y="27655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2062170" y="26436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2974125" y="307481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2266648" y="30079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2793009" y="27262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3271331" y="21286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2115319" y="29959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2103178" y="19220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1994836" y="28582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2047824" y="314597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3292085" y="21178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2526967" y="26179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2220921" y="17809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2047224" y="283882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2814973" y="29267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2050721" y="24342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1961597" y="259362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2159534" y="29955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2080936" y="28419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2450495" y="273624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2847103" y="28233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2138276" y="18491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3183626" y="1825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2025515" y="28063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1927773" y="26660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2077659" y="19549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2583342" y="23912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2163284" y="303829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1913006" y="267645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2701342" y="29056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2212388" y="27797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3306386" y="22164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2831990" y="25846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2021328" y="28276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2130472" y="29381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3148506" y="22844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2022360" y="286138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2070839" y="13611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2684053" y="263457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124143" y="303039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214572" y="20157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3242132" y="19873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2874326" y="24457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326224" y="14079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130543" y="298585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534799" y="26796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160627" y="26454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231361" y="301825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147540" y="27823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1980476" y="18374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028230" y="272785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3115064" y="17341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080072" y="26144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2836784" y="25530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2899970" y="292554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1845606" y="24803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274742" y="29073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3191068" y="18781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176809" y="18666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173846" y="25743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2846606" y="28391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075614" y="285912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1958916" y="28587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108418" y="28023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150306" y="16708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1995041" y="25682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1917560" y="26182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3021261" y="25898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101298" y="274986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254262" y="15112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258185" y="25885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384486" y="26640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069945" y="26236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3039687" y="23425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064788" y="28771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100084" y="1765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1708431" y="23390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2714123" y="27374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161161" y="28077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042060" y="15992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541694" y="26957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1996511" y="279085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527018" y="24934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043515" y="24930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2733448" y="20907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3007683" y="21319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140505" y="279338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1975967" y="28968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2755511" y="26289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3147404" y="24459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1892314" y="18478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3002882" y="28593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2718163" y="28183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040151" y="264528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3141321" y="19620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160775" y="18622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138005" y="26421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3758719" y="22592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554601" y="18422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2689115" y="25651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3146295" y="27431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2752003" y="225674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134992" y="25753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270524" y="27971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317576" y="26812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2890859" y="29667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3275389" y="1866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568652" y="30406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596669" y="22485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1905940" y="16433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500145" y="23678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3099542" y="19784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503662" y="266761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538524" y="16358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354446" y="24859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3484183" y="18687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2753054" y="27930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583928" y="26720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228306" y="29333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242785" y="28400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2909123" y="28192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076543" y="25734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041247" y="26597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3063391" y="26744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026702" y="31085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227078" y="1610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062863" y="19984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142851" y="26017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086591" y="27140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3077304" y="18924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140023" y="267522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567750" y="29985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2004342" y="31292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601444" y="1741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2764986" y="1914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2809032" y="28556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506773" y="265969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519050" y="24676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520876" y="26752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548067" y="26631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2999213" y="308403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2754495" y="16533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2751959" y="27935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651582" y="277235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611203" y="24774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3415754" y="27557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3385050" y="20462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2720820" y="24930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2987270" y="28142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089182" y="28340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117986" y="25566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152319" y="19792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2108467" y="15597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2163598" y="29202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1862819" y="25155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2952590" y="20208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2145760" y="17090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2140560" y="286551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2629593" y="288244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2027763" y="284279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2133063" y="22854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1873381" y="25056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2377326" y="30292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2377817" y="29461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118766" y="20898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2525760" y="269519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307897" y="23440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050360" y="27627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2597272" y="28759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2560738" y="19149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2543513" y="277992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2502910" y="26752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2282146" y="29039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2821421" y="29115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2786295" y="28199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2388104" y="31486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265843" y="20807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2258513" y="23899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2695838" y="27118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215190" y="19946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2282734" y="23880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2303728" y="29540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2178790" y="2236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2856004" y="24973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2783624" y="269079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2231029" y="30269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2998372" y="18329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2229687" y="1887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2656795" y="29580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2519170" y="26737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381343" y="20316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2621921" y="20280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2443293" y="27011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227933" y="277501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2777237" y="282039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2820494" y="287446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237949" y="21191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2237242" y="32018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2335136" y="31201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2456148" y="30727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1830058" y="25349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3002315" y="23365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1941561" y="23233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2811277" y="277483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2105603" y="30240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1985270" y="16888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1937747" y="259606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2333780" y="22691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2955136" y="28718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2445703" y="23864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2348857" y="27111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268025" y="18921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2449869" y="307337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2407909" y="14844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2391689" y="23581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2964879" y="24784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2525769" y="24132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2564086" y="30430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2960157" y="26245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137415" y="15440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2511673" y="17156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2525751" y="28875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2428471" y="16793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088948" y="24186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2346015" y="27778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2263818" y="30741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2257250" y="284086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2408507" y="19129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2584795" y="28787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2629768" y="306861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2183070" y="26796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118078" y="22605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2341130" y="28830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2349366" y="16495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2421545" y="267885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2482592" y="26335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2359693" y="25122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2696544" y="248395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3000837" y="25494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2973526" y="26172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2136239" y="26093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161129" y="17037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2297975" y="29085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2208401" y="284324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2185441" y="16656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2127760" y="28599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2186104" y="18819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2945686" y="18813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2258595" y="25858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2155167" y="28067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2170053" y="290324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2810458" y="27954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2113727" y="272609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2162204" y="17070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2346729" y="30767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085453" y="20255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2076382" y="26908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2118515" y="18982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2059308" y="286521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2650555" y="291131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2095897" y="26474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2174551" y="25978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147346" y="21396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2131455" y="242281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1969359" y="33641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2012324" y="19322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2138919" y="259364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2699512" y="27666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327529" y="18497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2385452" y="23015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2319190" y="29255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2192774" y="265261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2091283" y="17930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2741312" y="25610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1935254" y="25467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091279" y="1864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1558736" y="26007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2201437" y="30712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2858275" y="24554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2448963" y="27520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2459728" y="27812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1778258" y="243305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2148137" y="29121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2329109" y="263913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2586585" y="26596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2026539" y="25975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2115801" y="14804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2021421" y="16715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2577383" y="18568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2163334" y="22930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1757986" y="25597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2186507" y="29509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2836280" y="25802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1966059" y="26687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1970724" y="1794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2989966" y="19519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2033016" y="25803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2239321" y="19308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1916346" y="23657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2933049" y="20025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2739990" y="24676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2518194" y="278486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2155998" y="17817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2545981" y="293105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2489906" y="26969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3016812" y="21546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2978125" y="26916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2228692" y="15648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2190377" y="31986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2660936" y="26968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2058846" y="258883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2116539" y="26359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2457123" y="276000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2052348" y="19399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3379184" y="2386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2648348" y="19124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2427443" y="29626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2129023" y="258631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1825709" y="28983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2052224" y="15729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2954251" y="21350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2461578" y="226692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2014771" y="29534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2837443" y="25860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1852685" y="24926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2806328" y="25123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2138277" y="29086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1962319" y="31169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2872581" y="19076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2189013" y="13484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2261812" y="29287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3056138" y="18968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2173725" y="28541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2198090" y="18426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2250553" y="33958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2379550" y="290330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2539187" y="265278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2627185" y="295242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2787315" y="28291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3089448" y="18254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2108094" y="28592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2095565" y="1864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2089750" y="27337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2069437" y="26062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3126412" y="21429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2878668" y="29107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2150374" y="28030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2952120" y="26998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2142089" y="15997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2224517" y="262907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3020043" y="23321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2680949" y="288927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2015999" y="28541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2086692" y="286599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3372971" y="26626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1946055" y="28958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3095903" y="19897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2062914" y="27080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2053969" y="15791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2238370" y="28396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2044873" y="30856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2250722" y="16103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2853414" y="18204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2098146" y="27998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1955564" y="25109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2620560" y="22767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2153294" y="15506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2784003" y="25469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2063979" y="27894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2037045" y="28895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3004998" y="278358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3120212" y="22765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2940035" y="256506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2842167" y="1599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3415488" y="17542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2809227" y="246306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2967800" y="18595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1830090" y="33476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1986103" y="17039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1933322" y="23648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2040276" y="26616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2946585" y="25524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2371721" y="17505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2031916" y="26199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2110331" y="27563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2039855" y="270049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3149932" y="15255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2654525" y="16189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2723750" y="23533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2054919" y="26453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2928612" y="20710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2171290" y="25935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2338229" y="29554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2414105" y="29084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2165065" y="18297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3004906" y="23727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2837599" y="285059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2135861" y="27923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2861455" y="279439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3132141" y="22309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2152367" y="20489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2454428" y="275113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2187391" y="29265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2663574" y="28790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2741206" y="274561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3028475" y="24341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3047183" y="28678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3000680" y="27455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2571729" y="27777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2650853" y="1731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2751617" y="30053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3284473" y="204563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2854763" y="24295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2072451" y="29643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2182873" y="14587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1986598" y="24901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2693532" y="288341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2576224" y="27345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2056595" y="26697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2110379" y="26378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3011617" y="21693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2184123" y="17088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2285098" y="28714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2518579" y="16793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3071072" y="24646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2588788" y="24762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3162164" y="275908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2589838" y="25903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2966070" y="260023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2508286" y="26498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2095878" y="26036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2204061" y="31515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2224953" y="14811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3171702" y="18920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2335811" y="30517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2133817" y="25409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2790619" y="28809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2167963" y="19080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2153619" y="244634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3066374" y="24837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3085015" y="19085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2134653" y="1682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2667826" y="25229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2886085" y="22599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3010250" y="23033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2037985" y="27581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3023717" y="26344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2695183" y="27711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3139650" y="24810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3390352" y="18355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3082739" y="253577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2720542" y="26140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2635238" y="234331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2653522" y="16767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2849139" y="25431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2067483" y="287262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2045674" y="25912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2840796" y="20682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2097047" y="19266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2456002" y="264462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1846716" y="23927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2567081" y="26129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2484647" y="246353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3471361" y="20195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2086632" y="15957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2208443" y="26378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2507698" y="220044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2544532" y="222599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2749878" y="25754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2524997" y="19462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3000074" y="277401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3017473" y="26059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2623886" y="245312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3181369" y="22679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3067877" y="19735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2534608" y="31004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3002048" y="24962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2380255" y="28595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2209491" y="27728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2753799" y="25064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2654661" y="297272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2097176" y="26970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1981419" y="15775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3101671" y="21658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2183490" y="30114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2680843" y="29611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1989152" y="27588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2235694" y="25424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2742967" y="27381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2218020" y="16165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2264518" y="29405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2746667" y="271438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2029485" y="27193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2934745" y="22773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2155945" y="16618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2355748" y="27169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2521144" y="15612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2513432" y="22992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2397757" y="275156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2469926" y="22046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3101231" y="26185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3001609" y="25771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3186678" y="19594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2626309" y="255356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3018153" y="26349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2118619" y="25119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2891218" y="19014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2655343" y="284060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2181401" y="29481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2164814" y="19246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2872060" y="305884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1911169" y="26819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2765498" y="19397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2075164" y="26576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2142480" y="19167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2794675" y="25556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2873242" y="17391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2132340" y="27572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2136093" y="17548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2280524" y="29347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2126181" y="28850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2238399" y="26169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3092175" y="18005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2656783" y="292298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2097134" y="27164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2509779" y="19199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2099633" y="25955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1968136" y="26013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2006221" y="15722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2005947" y="27269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1944733" y="30691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1946898" y="27118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2330846" y="26534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2618472" y="29610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2907868" y="17849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2002186" y="16920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1737961" y="28665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2285022" y="255136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2417253" y="256214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2037698" y="25243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2063817" y="26349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2990071" y="21640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2270207" y="22119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3103455" y="23177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2221401" y="23707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2002223" y="27436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2625932" y="27175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2727735" y="27431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2631673" y="26179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2555035" y="24824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2745383" y="15712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3210042" y="273523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2863828" y="26982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3208600" y="17960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3054190" y="23340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29"/>
            <p:cNvSpPr/>
            <p:nvPr/>
          </p:nvSpPr>
          <p:spPr>
            <a:xfrm>
              <a:off x="2047677" y="2422119"/>
              <a:ext cx="362799" cy="681074"/>
            </a:xfrm>
            <a:custGeom>
              <a:avLst/>
              <a:pathLst>
                <a:path w="362799" h="681074">
                  <a:moveTo>
                    <a:pt x="362799" y="0"/>
                  </a:moveTo>
                  <a:lnTo>
                    <a:pt x="0" y="68107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0"/>
            <p:cNvSpPr/>
            <p:nvPr/>
          </p:nvSpPr>
          <p:spPr>
            <a:xfrm>
              <a:off x="2045219" y="3031236"/>
              <a:ext cx="63546" cy="71958"/>
            </a:xfrm>
            <a:custGeom>
              <a:avLst/>
              <a:pathLst>
                <a:path w="63546" h="71958">
                  <a:moveTo>
                    <a:pt x="0" y="0"/>
                  </a:moveTo>
                  <a:lnTo>
                    <a:pt x="2457" y="71958"/>
                  </a:lnTo>
                  <a:lnTo>
                    <a:pt x="63546" y="3385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1"/>
            <p:cNvSpPr/>
            <p:nvPr/>
          </p:nvSpPr>
          <p:spPr>
            <a:xfrm>
              <a:off x="2410477" y="2422119"/>
              <a:ext cx="601800" cy="106106"/>
            </a:xfrm>
            <a:custGeom>
              <a:avLst/>
              <a:pathLst>
                <a:path w="601800" h="106106">
                  <a:moveTo>
                    <a:pt x="0" y="0"/>
                  </a:moveTo>
                  <a:lnTo>
                    <a:pt x="601800" y="10610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2"/>
            <p:cNvSpPr/>
            <p:nvPr/>
          </p:nvSpPr>
          <p:spPr>
            <a:xfrm>
              <a:off x="2944620" y="2481945"/>
              <a:ext cx="67657" cy="70906"/>
            </a:xfrm>
            <a:custGeom>
              <a:avLst/>
              <a:pathLst>
                <a:path w="67657" h="70906">
                  <a:moveTo>
                    <a:pt x="0" y="70906"/>
                  </a:moveTo>
                  <a:lnTo>
                    <a:pt x="67657" y="46280"/>
                  </a:lnTo>
                  <a:lnTo>
                    <a:pt x="12501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3"/>
            <p:cNvSpPr/>
            <p:nvPr/>
          </p:nvSpPr>
          <p:spPr>
            <a:xfrm>
              <a:off x="2410477" y="2184843"/>
              <a:ext cx="737487" cy="237275"/>
            </a:xfrm>
            <a:custGeom>
              <a:avLst/>
              <a:pathLst>
                <a:path w="737487" h="237275">
                  <a:moveTo>
                    <a:pt x="0" y="237275"/>
                  </a:moveTo>
                  <a:lnTo>
                    <a:pt x="737487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4"/>
            <p:cNvSpPr/>
            <p:nvPr/>
          </p:nvSpPr>
          <p:spPr>
            <a:xfrm>
              <a:off x="3077581" y="2169670"/>
              <a:ext cx="70383" cy="68539"/>
            </a:xfrm>
            <a:custGeom>
              <a:avLst/>
              <a:pathLst>
                <a:path w="70383" h="68539">
                  <a:moveTo>
                    <a:pt x="22051" y="68539"/>
                  </a:moveTo>
                  <a:lnTo>
                    <a:pt x="70383" y="15172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5"/>
            <p:cNvSpPr/>
            <p:nvPr/>
          </p:nvSpPr>
          <p:spPr>
            <a:xfrm>
              <a:off x="1697496" y="2257746"/>
              <a:ext cx="712981" cy="164372"/>
            </a:xfrm>
            <a:custGeom>
              <a:avLst/>
              <a:pathLst>
                <a:path w="712981" h="164372">
                  <a:moveTo>
                    <a:pt x="712981" y="164372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6"/>
            <p:cNvSpPr/>
            <p:nvPr/>
          </p:nvSpPr>
          <p:spPr>
            <a:xfrm>
              <a:off x="1697496" y="2236674"/>
              <a:ext cx="68847" cy="70159"/>
            </a:xfrm>
            <a:custGeom>
              <a:avLst/>
              <a:pathLst>
                <a:path w="68847" h="70159">
                  <a:moveTo>
                    <a:pt x="68847" y="0"/>
                  </a:moveTo>
                  <a:lnTo>
                    <a:pt x="0" y="21072"/>
                  </a:lnTo>
                  <a:lnTo>
                    <a:pt x="52672" y="70159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7"/>
            <p:cNvSpPr/>
            <p:nvPr/>
          </p:nvSpPr>
          <p:spPr>
            <a:xfrm>
              <a:off x="1990443" y="1836268"/>
              <a:ext cx="420034" cy="585850"/>
            </a:xfrm>
            <a:custGeom>
              <a:avLst/>
              <a:pathLst>
                <a:path w="420034" h="585850">
                  <a:moveTo>
                    <a:pt x="420034" y="585850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8"/>
            <p:cNvSpPr/>
            <p:nvPr/>
          </p:nvSpPr>
          <p:spPr>
            <a:xfrm>
              <a:off x="1990443" y="1836268"/>
              <a:ext cx="65589" cy="71651"/>
            </a:xfrm>
            <a:custGeom>
              <a:avLst/>
              <a:pathLst>
                <a:path w="65589" h="71651">
                  <a:moveTo>
                    <a:pt x="65589" y="29698"/>
                  </a:moveTo>
                  <a:lnTo>
                    <a:pt x="0" y="0"/>
                  </a:lnTo>
                  <a:lnTo>
                    <a:pt x="7075" y="71651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39"/>
            <p:cNvSpPr/>
            <p:nvPr/>
          </p:nvSpPr>
          <p:spPr>
            <a:xfrm>
              <a:off x="2410477" y="2422119"/>
              <a:ext cx="110179" cy="573232"/>
            </a:xfrm>
            <a:custGeom>
              <a:avLst/>
              <a:pathLst>
                <a:path w="110179" h="573232">
                  <a:moveTo>
                    <a:pt x="0" y="0"/>
                  </a:moveTo>
                  <a:lnTo>
                    <a:pt x="110179" y="57323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0"/>
            <p:cNvSpPr/>
            <p:nvPr/>
          </p:nvSpPr>
          <p:spPr>
            <a:xfrm>
              <a:off x="2473534" y="2927323"/>
              <a:ext cx="70705" cy="68028"/>
            </a:xfrm>
            <a:custGeom>
              <a:avLst/>
              <a:pathLst>
                <a:path w="70705" h="68028">
                  <a:moveTo>
                    <a:pt x="0" y="13590"/>
                  </a:moveTo>
                  <a:lnTo>
                    <a:pt x="47122" y="68028"/>
                  </a:lnTo>
                  <a:lnTo>
                    <a:pt x="70705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1"/>
            <p:cNvSpPr/>
            <p:nvPr/>
          </p:nvSpPr>
          <p:spPr>
            <a:xfrm>
              <a:off x="2404106" y="1644948"/>
              <a:ext cx="6370" cy="777170"/>
            </a:xfrm>
            <a:custGeom>
              <a:avLst/>
              <a:pathLst>
                <a:path w="6370" h="777170">
                  <a:moveTo>
                    <a:pt x="6370" y="777170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2"/>
            <p:cNvSpPr/>
            <p:nvPr/>
          </p:nvSpPr>
          <p:spPr>
            <a:xfrm>
              <a:off x="2368619" y="1644948"/>
              <a:ext cx="71997" cy="62646"/>
            </a:xfrm>
            <a:custGeom>
              <a:avLst/>
              <a:pathLst>
                <a:path w="71997" h="62646">
                  <a:moveTo>
                    <a:pt x="71997" y="62056"/>
                  </a:moveTo>
                  <a:lnTo>
                    <a:pt x="35487" y="0"/>
                  </a:lnTo>
                  <a:lnTo>
                    <a:pt x="0" y="6264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tx2343"/>
            <p:cNvSpPr/>
            <p:nvPr/>
          </p:nvSpPr>
          <p:spPr>
            <a:xfrm>
              <a:off x="1807302" y="3138840"/>
              <a:ext cx="316016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2345" name="tx2344"/>
            <p:cNvSpPr/>
            <p:nvPr/>
          </p:nvSpPr>
          <p:spPr>
            <a:xfrm>
              <a:off x="2927583" y="2563872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2346" name="tx2345"/>
            <p:cNvSpPr/>
            <p:nvPr/>
          </p:nvSpPr>
          <p:spPr>
            <a:xfrm>
              <a:off x="3076804" y="2032610"/>
              <a:ext cx="307055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2347" name="tx2346"/>
            <p:cNvSpPr/>
            <p:nvPr/>
          </p:nvSpPr>
          <p:spPr>
            <a:xfrm>
              <a:off x="1384837" y="2105513"/>
              <a:ext cx="460583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2348" name="tx2347"/>
            <p:cNvSpPr/>
            <p:nvPr/>
          </p:nvSpPr>
          <p:spPr>
            <a:xfrm>
              <a:off x="1741015" y="1684036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2349" name="tx2348"/>
            <p:cNvSpPr/>
            <p:nvPr/>
          </p:nvSpPr>
          <p:spPr>
            <a:xfrm>
              <a:off x="2481088" y="3030998"/>
              <a:ext cx="243870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2350" name="tx2349"/>
            <p:cNvSpPr/>
            <p:nvPr/>
          </p:nvSpPr>
          <p:spPr>
            <a:xfrm>
              <a:off x="2086876" y="1492716"/>
              <a:ext cx="469727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2351" name="rc2350"/>
            <p:cNvSpPr/>
            <p:nvPr/>
          </p:nvSpPr>
          <p:spPr>
            <a:xfrm>
              <a:off x="1342663" y="1185068"/>
              <a:ext cx="2581125" cy="240971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52" name="pl2351"/>
            <p:cNvSpPr/>
            <p:nvPr/>
          </p:nvSpPr>
          <p:spPr>
            <a:xfrm>
              <a:off x="1342663" y="1185068"/>
              <a:ext cx="0" cy="2409719"/>
            </a:xfrm>
            <a:custGeom>
              <a:avLst/>
              <a:pathLst>
                <a:path w="0" h="2409719">
                  <a:moveTo>
                    <a:pt x="0" y="2409719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tx2352"/>
            <p:cNvSpPr/>
            <p:nvPr/>
          </p:nvSpPr>
          <p:spPr>
            <a:xfrm rot="-5400000">
              <a:off x="1181257" y="3320502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54" name="tx2353"/>
            <p:cNvSpPr/>
            <p:nvPr/>
          </p:nvSpPr>
          <p:spPr>
            <a:xfrm rot="-5400000">
              <a:off x="1181257" y="285080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2355" name="tx2354"/>
            <p:cNvSpPr/>
            <p:nvPr/>
          </p:nvSpPr>
          <p:spPr>
            <a:xfrm rot="-5400000">
              <a:off x="1200276" y="2381108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56" name="tx2355"/>
            <p:cNvSpPr/>
            <p:nvPr/>
          </p:nvSpPr>
          <p:spPr>
            <a:xfrm rot="-5400000">
              <a:off x="1200276" y="191141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357" name="tx2356"/>
            <p:cNvSpPr/>
            <p:nvPr/>
          </p:nvSpPr>
          <p:spPr>
            <a:xfrm rot="-5400000">
              <a:off x="1200276" y="1441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58" name="pl2357"/>
            <p:cNvSpPr/>
            <p:nvPr/>
          </p:nvSpPr>
          <p:spPr>
            <a:xfrm>
              <a:off x="1311032" y="336151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1311032" y="289181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59"/>
            <p:cNvSpPr/>
            <p:nvPr/>
          </p:nvSpPr>
          <p:spPr>
            <a:xfrm>
              <a:off x="1311032" y="242211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1311032" y="195242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1311032" y="148272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1342663" y="3594788"/>
              <a:ext cx="2581125" cy="0"/>
            </a:xfrm>
            <a:custGeom>
              <a:avLst/>
              <a:pathLst>
                <a:path w="2581125" h="0">
                  <a:moveTo>
                    <a:pt x="0" y="0"/>
                  </a:moveTo>
                  <a:lnTo>
                    <a:pt x="2581125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3"/>
            <p:cNvSpPr/>
            <p:nvPr/>
          </p:nvSpPr>
          <p:spPr>
            <a:xfrm>
              <a:off x="1586806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2410477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3234148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tx2366"/>
            <p:cNvSpPr/>
            <p:nvPr/>
          </p:nvSpPr>
          <p:spPr>
            <a:xfrm>
              <a:off x="1536011" y="365172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68" name="tx2367"/>
            <p:cNvSpPr/>
            <p:nvPr/>
          </p:nvSpPr>
          <p:spPr>
            <a:xfrm>
              <a:off x="2378702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69" name="tx2368"/>
            <p:cNvSpPr/>
            <p:nvPr/>
          </p:nvSpPr>
          <p:spPr>
            <a:xfrm>
              <a:off x="3202373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70" name="tx2369"/>
            <p:cNvSpPr/>
            <p:nvPr/>
          </p:nvSpPr>
          <p:spPr>
            <a:xfrm>
              <a:off x="2233359" y="3827795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371" name="tx2370"/>
            <p:cNvSpPr/>
            <p:nvPr/>
          </p:nvSpPr>
          <p:spPr>
            <a:xfrm rot="-5400000">
              <a:off x="634955" y="2339819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(29.7%)</a:t>
              </a:r>
            </a:p>
          </p:txBody>
        </p:sp>
        <p:sp>
          <p:nvSpPr>
            <p:cNvPr id="2372" name="tx2371"/>
            <p:cNvSpPr/>
            <p:nvPr/>
          </p:nvSpPr>
          <p:spPr>
            <a:xfrm>
              <a:off x="1342663" y="990315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2373" name="rc2372"/>
            <p:cNvSpPr/>
            <p:nvPr/>
          </p:nvSpPr>
          <p:spPr>
            <a:xfrm>
              <a:off x="4352053" y="1185068"/>
              <a:ext cx="2581125" cy="24097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5586131" y="18397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5403997" y="23443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5623625" y="17703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5459764" y="23400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5556515" y="21579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5519389" y="19215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5301282" y="242487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5721394" y="17379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5409504" y="20920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5557822" y="21491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5603178" y="27195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5584707" y="17874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5480940" y="22519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5784773" y="195671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5570456" y="27485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5687707" y="23528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5603596" y="25687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5540810" y="24763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5529193" y="23642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5532194" y="20885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5502470" y="23490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5552714" y="23879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5506816" y="20326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5549472" y="209291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5528291" y="228103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5459907" y="21114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5372449" y="23999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5537457" y="24715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5450983" y="27667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5462272" y="22612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5453803" y="22040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5509885" y="26742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5577442" y="257387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5517511" y="24969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5416696" y="26412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5520194" y="23987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5520663" y="25852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5335661" y="225604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5446742" y="234123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5353499" y="27520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5619523" y="18083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5563173" y="22829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5558026" y="26311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5567906" y="19578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5620163" y="234134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5441759" y="25223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5814933" y="18903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5641780" y="220219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5603480" y="186504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5767127" y="21651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5474414" y="23082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5554565" y="25388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5877267" y="178921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5642160" y="25660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5630730" y="18322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5628407" y="215376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5474182" y="226421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6327488" y="229622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5940247" y="237839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5902842" y="26158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5936870" y="20225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6263027" y="22442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6237800" y="20472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5643316" y="269605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5526629" y="23917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5680761" y="24415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5538428" y="21195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5471535" y="22066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5522184" y="24239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5551077" y="24180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5696649" y="21918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5654017" y="26080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5576553" y="27272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5382097" y="327669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5477651" y="25177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5553969" y="26311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5664125" y="242554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5196513" y="21699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5678684" y="20293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5560347" y="25878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5565194" y="197009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5341229" y="22487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5555333" y="24185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5505794" y="207646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5535125" y="236109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8"/>
            <p:cNvSpPr/>
            <p:nvPr/>
          </p:nvSpPr>
          <p:spPr>
            <a:xfrm>
              <a:off x="5646162" y="20295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59"/>
            <p:cNvSpPr/>
            <p:nvPr/>
          </p:nvSpPr>
          <p:spPr>
            <a:xfrm>
              <a:off x="5574385" y="202312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0"/>
            <p:cNvSpPr/>
            <p:nvPr/>
          </p:nvSpPr>
          <p:spPr>
            <a:xfrm>
              <a:off x="5290880" y="285077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1"/>
            <p:cNvSpPr/>
            <p:nvPr/>
          </p:nvSpPr>
          <p:spPr>
            <a:xfrm>
              <a:off x="5590534" y="21878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2"/>
            <p:cNvSpPr/>
            <p:nvPr/>
          </p:nvSpPr>
          <p:spPr>
            <a:xfrm>
              <a:off x="5859980" y="156334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3"/>
            <p:cNvSpPr/>
            <p:nvPr/>
          </p:nvSpPr>
          <p:spPr>
            <a:xfrm>
              <a:off x="5551594" y="18464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4"/>
            <p:cNvSpPr/>
            <p:nvPr/>
          </p:nvSpPr>
          <p:spPr>
            <a:xfrm>
              <a:off x="5604012" y="206972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5"/>
            <p:cNvSpPr/>
            <p:nvPr/>
          </p:nvSpPr>
          <p:spPr>
            <a:xfrm>
              <a:off x="5674511" y="304396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6"/>
            <p:cNvSpPr/>
            <p:nvPr/>
          </p:nvSpPr>
          <p:spPr>
            <a:xfrm>
              <a:off x="5626978" y="22450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7"/>
            <p:cNvSpPr/>
            <p:nvPr/>
          </p:nvSpPr>
          <p:spPr>
            <a:xfrm>
              <a:off x="5392131" y="27564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5492610" y="215499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69"/>
            <p:cNvSpPr/>
            <p:nvPr/>
          </p:nvSpPr>
          <p:spPr>
            <a:xfrm>
              <a:off x="5573728" y="25011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0"/>
            <p:cNvSpPr/>
            <p:nvPr/>
          </p:nvSpPr>
          <p:spPr>
            <a:xfrm>
              <a:off x="5534129" y="262202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1"/>
            <p:cNvSpPr/>
            <p:nvPr/>
          </p:nvSpPr>
          <p:spPr>
            <a:xfrm>
              <a:off x="5583638" y="259823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2"/>
            <p:cNvSpPr/>
            <p:nvPr/>
          </p:nvSpPr>
          <p:spPr>
            <a:xfrm>
              <a:off x="5580397" y="275334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3"/>
            <p:cNvSpPr/>
            <p:nvPr/>
          </p:nvSpPr>
          <p:spPr>
            <a:xfrm>
              <a:off x="5488871" y="215518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4"/>
            <p:cNvSpPr/>
            <p:nvPr/>
          </p:nvSpPr>
          <p:spPr>
            <a:xfrm>
              <a:off x="5609498" y="25438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5"/>
            <p:cNvSpPr/>
            <p:nvPr/>
          </p:nvSpPr>
          <p:spPr>
            <a:xfrm>
              <a:off x="5682527" y="230855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6"/>
            <p:cNvSpPr/>
            <p:nvPr/>
          </p:nvSpPr>
          <p:spPr>
            <a:xfrm>
              <a:off x="5582992" y="254814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5580248" y="25240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8"/>
            <p:cNvSpPr/>
            <p:nvPr/>
          </p:nvSpPr>
          <p:spPr>
            <a:xfrm>
              <a:off x="5729415" y="257618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79"/>
            <p:cNvSpPr/>
            <p:nvPr/>
          </p:nvSpPr>
          <p:spPr>
            <a:xfrm>
              <a:off x="5482401" y="230520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0"/>
            <p:cNvSpPr/>
            <p:nvPr/>
          </p:nvSpPr>
          <p:spPr>
            <a:xfrm>
              <a:off x="5805746" y="193426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1"/>
            <p:cNvSpPr/>
            <p:nvPr/>
          </p:nvSpPr>
          <p:spPr>
            <a:xfrm>
              <a:off x="5593985" y="17890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2"/>
            <p:cNvSpPr/>
            <p:nvPr/>
          </p:nvSpPr>
          <p:spPr>
            <a:xfrm>
              <a:off x="5558811" y="184909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3"/>
            <p:cNvSpPr/>
            <p:nvPr/>
          </p:nvSpPr>
          <p:spPr>
            <a:xfrm>
              <a:off x="5856600" y="19369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4"/>
            <p:cNvSpPr/>
            <p:nvPr/>
          </p:nvSpPr>
          <p:spPr>
            <a:xfrm>
              <a:off x="5608883" y="218913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5"/>
            <p:cNvSpPr/>
            <p:nvPr/>
          </p:nvSpPr>
          <p:spPr>
            <a:xfrm>
              <a:off x="5458625" y="249524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6"/>
            <p:cNvSpPr/>
            <p:nvPr/>
          </p:nvSpPr>
          <p:spPr>
            <a:xfrm>
              <a:off x="5452435" y="254890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7"/>
            <p:cNvSpPr/>
            <p:nvPr/>
          </p:nvSpPr>
          <p:spPr>
            <a:xfrm>
              <a:off x="5579402" y="245782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8"/>
            <p:cNvSpPr/>
            <p:nvPr/>
          </p:nvSpPr>
          <p:spPr>
            <a:xfrm>
              <a:off x="5377590" y="242975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89"/>
            <p:cNvSpPr/>
            <p:nvPr/>
          </p:nvSpPr>
          <p:spPr>
            <a:xfrm>
              <a:off x="5549974" y="22199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0"/>
            <p:cNvSpPr/>
            <p:nvPr/>
          </p:nvSpPr>
          <p:spPr>
            <a:xfrm>
              <a:off x="5549327" y="22391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1"/>
            <p:cNvSpPr/>
            <p:nvPr/>
          </p:nvSpPr>
          <p:spPr>
            <a:xfrm>
              <a:off x="5458727" y="24639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2"/>
            <p:cNvSpPr/>
            <p:nvPr/>
          </p:nvSpPr>
          <p:spPr>
            <a:xfrm>
              <a:off x="5490358" y="24669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3"/>
            <p:cNvSpPr/>
            <p:nvPr/>
          </p:nvSpPr>
          <p:spPr>
            <a:xfrm>
              <a:off x="5527783" y="22739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4"/>
            <p:cNvSpPr/>
            <p:nvPr/>
          </p:nvSpPr>
          <p:spPr>
            <a:xfrm>
              <a:off x="5405527" y="232076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5"/>
            <p:cNvSpPr/>
            <p:nvPr/>
          </p:nvSpPr>
          <p:spPr>
            <a:xfrm>
              <a:off x="5492514" y="23390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6"/>
            <p:cNvSpPr/>
            <p:nvPr/>
          </p:nvSpPr>
          <p:spPr>
            <a:xfrm>
              <a:off x="5518566" y="231138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7"/>
            <p:cNvSpPr/>
            <p:nvPr/>
          </p:nvSpPr>
          <p:spPr>
            <a:xfrm>
              <a:off x="5601243" y="193751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8"/>
            <p:cNvSpPr/>
            <p:nvPr/>
          </p:nvSpPr>
          <p:spPr>
            <a:xfrm>
              <a:off x="5558662" y="225813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499"/>
            <p:cNvSpPr/>
            <p:nvPr/>
          </p:nvSpPr>
          <p:spPr>
            <a:xfrm>
              <a:off x="5547199" y="210709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0"/>
            <p:cNvSpPr/>
            <p:nvPr/>
          </p:nvSpPr>
          <p:spPr>
            <a:xfrm>
              <a:off x="5537932" y="22074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1"/>
            <p:cNvSpPr/>
            <p:nvPr/>
          </p:nvSpPr>
          <p:spPr>
            <a:xfrm>
              <a:off x="5543697" y="23447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2"/>
            <p:cNvSpPr/>
            <p:nvPr/>
          </p:nvSpPr>
          <p:spPr>
            <a:xfrm>
              <a:off x="5703931" y="217113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3"/>
            <p:cNvSpPr/>
            <p:nvPr/>
          </p:nvSpPr>
          <p:spPr>
            <a:xfrm>
              <a:off x="5572882" y="237613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4"/>
            <p:cNvSpPr/>
            <p:nvPr/>
          </p:nvSpPr>
          <p:spPr>
            <a:xfrm>
              <a:off x="5560603" y="187815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5"/>
            <p:cNvSpPr/>
            <p:nvPr/>
          </p:nvSpPr>
          <p:spPr>
            <a:xfrm>
              <a:off x="5537047" y="221928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6"/>
            <p:cNvSpPr/>
            <p:nvPr/>
          </p:nvSpPr>
          <p:spPr>
            <a:xfrm>
              <a:off x="5486248" y="207046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7"/>
            <p:cNvSpPr/>
            <p:nvPr/>
          </p:nvSpPr>
          <p:spPr>
            <a:xfrm>
              <a:off x="5545329" y="224201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8"/>
            <p:cNvSpPr/>
            <p:nvPr/>
          </p:nvSpPr>
          <p:spPr>
            <a:xfrm>
              <a:off x="5595729" y="23958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09"/>
            <p:cNvSpPr/>
            <p:nvPr/>
          </p:nvSpPr>
          <p:spPr>
            <a:xfrm>
              <a:off x="5591728" y="28122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0"/>
            <p:cNvSpPr/>
            <p:nvPr/>
          </p:nvSpPr>
          <p:spPr>
            <a:xfrm>
              <a:off x="5528741" y="198473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1"/>
            <p:cNvSpPr/>
            <p:nvPr/>
          </p:nvSpPr>
          <p:spPr>
            <a:xfrm>
              <a:off x="5553343" y="17928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2"/>
            <p:cNvSpPr/>
            <p:nvPr/>
          </p:nvSpPr>
          <p:spPr>
            <a:xfrm>
              <a:off x="5412375" y="218555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3"/>
            <p:cNvSpPr/>
            <p:nvPr/>
          </p:nvSpPr>
          <p:spPr>
            <a:xfrm>
              <a:off x="5445542" y="176964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4"/>
            <p:cNvSpPr/>
            <p:nvPr/>
          </p:nvSpPr>
          <p:spPr>
            <a:xfrm>
              <a:off x="5756836" y="220200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5"/>
            <p:cNvSpPr/>
            <p:nvPr/>
          </p:nvSpPr>
          <p:spPr>
            <a:xfrm>
              <a:off x="5491092" y="215244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6"/>
            <p:cNvSpPr/>
            <p:nvPr/>
          </p:nvSpPr>
          <p:spPr>
            <a:xfrm>
              <a:off x="5558637" y="248307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7"/>
            <p:cNvSpPr/>
            <p:nvPr/>
          </p:nvSpPr>
          <p:spPr>
            <a:xfrm>
              <a:off x="5579237" y="211605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8"/>
            <p:cNvSpPr/>
            <p:nvPr/>
          </p:nvSpPr>
          <p:spPr>
            <a:xfrm>
              <a:off x="5400191" y="23110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19"/>
            <p:cNvSpPr/>
            <p:nvPr/>
          </p:nvSpPr>
          <p:spPr>
            <a:xfrm>
              <a:off x="5629681" y="23651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0"/>
            <p:cNvSpPr/>
            <p:nvPr/>
          </p:nvSpPr>
          <p:spPr>
            <a:xfrm>
              <a:off x="5551944" y="220217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1"/>
            <p:cNvSpPr/>
            <p:nvPr/>
          </p:nvSpPr>
          <p:spPr>
            <a:xfrm>
              <a:off x="5598931" y="217809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2"/>
            <p:cNvSpPr/>
            <p:nvPr/>
          </p:nvSpPr>
          <p:spPr>
            <a:xfrm>
              <a:off x="5522839" y="240155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3"/>
            <p:cNvSpPr/>
            <p:nvPr/>
          </p:nvSpPr>
          <p:spPr>
            <a:xfrm>
              <a:off x="5513498" y="23123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4"/>
            <p:cNvSpPr/>
            <p:nvPr/>
          </p:nvSpPr>
          <p:spPr>
            <a:xfrm>
              <a:off x="5384090" y="24135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5"/>
            <p:cNvSpPr/>
            <p:nvPr/>
          </p:nvSpPr>
          <p:spPr>
            <a:xfrm>
              <a:off x="5618486" y="22809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6"/>
            <p:cNvSpPr/>
            <p:nvPr/>
          </p:nvSpPr>
          <p:spPr>
            <a:xfrm>
              <a:off x="5583496" y="232290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7"/>
            <p:cNvSpPr/>
            <p:nvPr/>
          </p:nvSpPr>
          <p:spPr>
            <a:xfrm>
              <a:off x="5639341" y="18973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8"/>
            <p:cNvSpPr/>
            <p:nvPr/>
          </p:nvSpPr>
          <p:spPr>
            <a:xfrm>
              <a:off x="5542583" y="186822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29"/>
            <p:cNvSpPr/>
            <p:nvPr/>
          </p:nvSpPr>
          <p:spPr>
            <a:xfrm>
              <a:off x="5492504" y="181079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0"/>
            <p:cNvSpPr/>
            <p:nvPr/>
          </p:nvSpPr>
          <p:spPr>
            <a:xfrm>
              <a:off x="5243807" y="165750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1"/>
            <p:cNvSpPr/>
            <p:nvPr/>
          </p:nvSpPr>
          <p:spPr>
            <a:xfrm>
              <a:off x="5792736" y="185439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2"/>
            <p:cNvSpPr/>
            <p:nvPr/>
          </p:nvSpPr>
          <p:spPr>
            <a:xfrm>
              <a:off x="5664599" y="187623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3"/>
            <p:cNvSpPr/>
            <p:nvPr/>
          </p:nvSpPr>
          <p:spPr>
            <a:xfrm>
              <a:off x="5631795" y="185913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4"/>
            <p:cNvSpPr/>
            <p:nvPr/>
          </p:nvSpPr>
          <p:spPr>
            <a:xfrm>
              <a:off x="5672703" y="200195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5"/>
            <p:cNvSpPr/>
            <p:nvPr/>
          </p:nvSpPr>
          <p:spPr>
            <a:xfrm>
              <a:off x="5799350" y="27137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6"/>
            <p:cNvSpPr/>
            <p:nvPr/>
          </p:nvSpPr>
          <p:spPr>
            <a:xfrm>
              <a:off x="5685315" y="223423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7"/>
            <p:cNvSpPr/>
            <p:nvPr/>
          </p:nvSpPr>
          <p:spPr>
            <a:xfrm>
              <a:off x="5628277" y="23840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8"/>
            <p:cNvSpPr/>
            <p:nvPr/>
          </p:nvSpPr>
          <p:spPr>
            <a:xfrm>
              <a:off x="5681890" y="23556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39"/>
            <p:cNvSpPr/>
            <p:nvPr/>
          </p:nvSpPr>
          <p:spPr>
            <a:xfrm>
              <a:off x="5709260" y="24829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0"/>
            <p:cNvSpPr/>
            <p:nvPr/>
          </p:nvSpPr>
          <p:spPr>
            <a:xfrm>
              <a:off x="5686684" y="2739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1"/>
            <p:cNvSpPr/>
            <p:nvPr/>
          </p:nvSpPr>
          <p:spPr>
            <a:xfrm>
              <a:off x="5619846" y="23294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2"/>
            <p:cNvSpPr/>
            <p:nvPr/>
          </p:nvSpPr>
          <p:spPr>
            <a:xfrm>
              <a:off x="5624410" y="21864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3"/>
            <p:cNvSpPr/>
            <p:nvPr/>
          </p:nvSpPr>
          <p:spPr>
            <a:xfrm>
              <a:off x="5442693" y="21638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4"/>
            <p:cNvSpPr/>
            <p:nvPr/>
          </p:nvSpPr>
          <p:spPr>
            <a:xfrm>
              <a:off x="5680440" y="279828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5"/>
            <p:cNvSpPr/>
            <p:nvPr/>
          </p:nvSpPr>
          <p:spPr>
            <a:xfrm>
              <a:off x="5534428" y="2317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6"/>
            <p:cNvSpPr/>
            <p:nvPr/>
          </p:nvSpPr>
          <p:spPr>
            <a:xfrm>
              <a:off x="5725008" y="23940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7"/>
            <p:cNvSpPr/>
            <p:nvPr/>
          </p:nvSpPr>
          <p:spPr>
            <a:xfrm>
              <a:off x="5634241" y="220851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8"/>
            <p:cNvSpPr/>
            <p:nvPr/>
          </p:nvSpPr>
          <p:spPr>
            <a:xfrm>
              <a:off x="5512474" y="21939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49"/>
            <p:cNvSpPr/>
            <p:nvPr/>
          </p:nvSpPr>
          <p:spPr>
            <a:xfrm>
              <a:off x="5610884" y="24303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0"/>
            <p:cNvSpPr/>
            <p:nvPr/>
          </p:nvSpPr>
          <p:spPr>
            <a:xfrm>
              <a:off x="5671454" y="28169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1"/>
            <p:cNvSpPr/>
            <p:nvPr/>
          </p:nvSpPr>
          <p:spPr>
            <a:xfrm>
              <a:off x="5488932" y="2599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2"/>
            <p:cNvSpPr/>
            <p:nvPr/>
          </p:nvSpPr>
          <p:spPr>
            <a:xfrm>
              <a:off x="5534798" y="21414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3"/>
            <p:cNvSpPr/>
            <p:nvPr/>
          </p:nvSpPr>
          <p:spPr>
            <a:xfrm>
              <a:off x="5744118" y="19503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4"/>
            <p:cNvSpPr/>
            <p:nvPr/>
          </p:nvSpPr>
          <p:spPr>
            <a:xfrm>
              <a:off x="5531780" y="23869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5"/>
            <p:cNvSpPr/>
            <p:nvPr/>
          </p:nvSpPr>
          <p:spPr>
            <a:xfrm>
              <a:off x="5661428" y="23352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6"/>
            <p:cNvSpPr/>
            <p:nvPr/>
          </p:nvSpPr>
          <p:spPr>
            <a:xfrm>
              <a:off x="5610070" y="23238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7"/>
            <p:cNvSpPr/>
            <p:nvPr/>
          </p:nvSpPr>
          <p:spPr>
            <a:xfrm>
              <a:off x="5487322" y="21159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8"/>
            <p:cNvSpPr/>
            <p:nvPr/>
          </p:nvSpPr>
          <p:spPr>
            <a:xfrm>
              <a:off x="5872483" y="20107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59"/>
            <p:cNvSpPr/>
            <p:nvPr/>
          </p:nvSpPr>
          <p:spPr>
            <a:xfrm>
              <a:off x="5727644" y="22439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0"/>
            <p:cNvSpPr/>
            <p:nvPr/>
          </p:nvSpPr>
          <p:spPr>
            <a:xfrm>
              <a:off x="5754669" y="21110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1"/>
            <p:cNvSpPr/>
            <p:nvPr/>
          </p:nvSpPr>
          <p:spPr>
            <a:xfrm>
              <a:off x="5706761" y="20793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2"/>
            <p:cNvSpPr/>
            <p:nvPr/>
          </p:nvSpPr>
          <p:spPr>
            <a:xfrm>
              <a:off x="5699484" y="22831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3"/>
            <p:cNvSpPr/>
            <p:nvPr/>
          </p:nvSpPr>
          <p:spPr>
            <a:xfrm>
              <a:off x="5622079" y="21689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4"/>
            <p:cNvSpPr/>
            <p:nvPr/>
          </p:nvSpPr>
          <p:spPr>
            <a:xfrm>
              <a:off x="5633215" y="22916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5"/>
            <p:cNvSpPr/>
            <p:nvPr/>
          </p:nvSpPr>
          <p:spPr>
            <a:xfrm>
              <a:off x="5485150" y="21943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6"/>
            <p:cNvSpPr/>
            <p:nvPr/>
          </p:nvSpPr>
          <p:spPr>
            <a:xfrm>
              <a:off x="5528120" y="2648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7"/>
            <p:cNvSpPr/>
            <p:nvPr/>
          </p:nvSpPr>
          <p:spPr>
            <a:xfrm>
              <a:off x="5460020" y="22206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8"/>
            <p:cNvSpPr/>
            <p:nvPr/>
          </p:nvSpPr>
          <p:spPr>
            <a:xfrm>
              <a:off x="5524068" y="25184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69"/>
            <p:cNvSpPr/>
            <p:nvPr/>
          </p:nvSpPr>
          <p:spPr>
            <a:xfrm>
              <a:off x="5585112" y="23683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0"/>
            <p:cNvSpPr/>
            <p:nvPr/>
          </p:nvSpPr>
          <p:spPr>
            <a:xfrm>
              <a:off x="5539086" y="26070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1"/>
            <p:cNvSpPr/>
            <p:nvPr/>
          </p:nvSpPr>
          <p:spPr>
            <a:xfrm>
              <a:off x="5660877" y="20038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2"/>
            <p:cNvSpPr/>
            <p:nvPr/>
          </p:nvSpPr>
          <p:spPr>
            <a:xfrm>
              <a:off x="5573365" y="25851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3"/>
            <p:cNvSpPr/>
            <p:nvPr/>
          </p:nvSpPr>
          <p:spPr>
            <a:xfrm>
              <a:off x="5599173" y="26552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4"/>
            <p:cNvSpPr/>
            <p:nvPr/>
          </p:nvSpPr>
          <p:spPr>
            <a:xfrm>
              <a:off x="5530020" y="23401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5"/>
            <p:cNvSpPr/>
            <p:nvPr/>
          </p:nvSpPr>
          <p:spPr>
            <a:xfrm>
              <a:off x="5616281" y="20762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6"/>
            <p:cNvSpPr/>
            <p:nvPr/>
          </p:nvSpPr>
          <p:spPr>
            <a:xfrm>
              <a:off x="5439850" y="25561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7"/>
            <p:cNvSpPr/>
            <p:nvPr/>
          </p:nvSpPr>
          <p:spPr>
            <a:xfrm>
              <a:off x="5528998" y="26826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8"/>
            <p:cNvSpPr/>
            <p:nvPr/>
          </p:nvSpPr>
          <p:spPr>
            <a:xfrm>
              <a:off x="5391226" y="23895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79"/>
            <p:cNvSpPr/>
            <p:nvPr/>
          </p:nvSpPr>
          <p:spPr>
            <a:xfrm>
              <a:off x="5475104" y="23936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0"/>
            <p:cNvSpPr/>
            <p:nvPr/>
          </p:nvSpPr>
          <p:spPr>
            <a:xfrm>
              <a:off x="5721514" y="246494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1"/>
            <p:cNvSpPr/>
            <p:nvPr/>
          </p:nvSpPr>
          <p:spPr>
            <a:xfrm>
              <a:off x="5569155" y="23287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2"/>
            <p:cNvSpPr/>
            <p:nvPr/>
          </p:nvSpPr>
          <p:spPr>
            <a:xfrm>
              <a:off x="5538094" y="24369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3"/>
            <p:cNvSpPr/>
            <p:nvPr/>
          </p:nvSpPr>
          <p:spPr>
            <a:xfrm>
              <a:off x="5490715" y="24084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4"/>
            <p:cNvSpPr/>
            <p:nvPr/>
          </p:nvSpPr>
          <p:spPr>
            <a:xfrm>
              <a:off x="5502694" y="23552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5"/>
            <p:cNvSpPr/>
            <p:nvPr/>
          </p:nvSpPr>
          <p:spPr>
            <a:xfrm>
              <a:off x="5484903" y="21289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6"/>
            <p:cNvSpPr/>
            <p:nvPr/>
          </p:nvSpPr>
          <p:spPr>
            <a:xfrm>
              <a:off x="5570094" y="215282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7"/>
            <p:cNvSpPr/>
            <p:nvPr/>
          </p:nvSpPr>
          <p:spPr>
            <a:xfrm>
              <a:off x="5695879" y="25071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8"/>
            <p:cNvSpPr/>
            <p:nvPr/>
          </p:nvSpPr>
          <p:spPr>
            <a:xfrm>
              <a:off x="5591837" y="24255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89"/>
            <p:cNvSpPr/>
            <p:nvPr/>
          </p:nvSpPr>
          <p:spPr>
            <a:xfrm>
              <a:off x="5470061" y="24090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0"/>
            <p:cNvSpPr/>
            <p:nvPr/>
          </p:nvSpPr>
          <p:spPr>
            <a:xfrm>
              <a:off x="5480187" y="23943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1"/>
            <p:cNvSpPr/>
            <p:nvPr/>
          </p:nvSpPr>
          <p:spPr>
            <a:xfrm>
              <a:off x="5622238" y="21980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2"/>
            <p:cNvSpPr/>
            <p:nvPr/>
          </p:nvSpPr>
          <p:spPr>
            <a:xfrm>
              <a:off x="5805343" y="30905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3"/>
            <p:cNvSpPr/>
            <p:nvPr/>
          </p:nvSpPr>
          <p:spPr>
            <a:xfrm>
              <a:off x="5545938" y="224275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4"/>
            <p:cNvSpPr/>
            <p:nvPr/>
          </p:nvSpPr>
          <p:spPr>
            <a:xfrm>
              <a:off x="5444127" y="219470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5"/>
            <p:cNvSpPr/>
            <p:nvPr/>
          </p:nvSpPr>
          <p:spPr>
            <a:xfrm>
              <a:off x="5563581" y="23269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6"/>
            <p:cNvSpPr/>
            <p:nvPr/>
          </p:nvSpPr>
          <p:spPr>
            <a:xfrm>
              <a:off x="5567590" y="23555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7"/>
            <p:cNvSpPr/>
            <p:nvPr/>
          </p:nvSpPr>
          <p:spPr>
            <a:xfrm>
              <a:off x="5667836" y="21212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8"/>
            <p:cNvSpPr/>
            <p:nvPr/>
          </p:nvSpPr>
          <p:spPr>
            <a:xfrm>
              <a:off x="5636860" y="22873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599"/>
            <p:cNvSpPr/>
            <p:nvPr/>
          </p:nvSpPr>
          <p:spPr>
            <a:xfrm>
              <a:off x="5671874" y="2564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0"/>
            <p:cNvSpPr/>
            <p:nvPr/>
          </p:nvSpPr>
          <p:spPr>
            <a:xfrm>
              <a:off x="5590869" y="21694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1"/>
            <p:cNvSpPr/>
            <p:nvPr/>
          </p:nvSpPr>
          <p:spPr>
            <a:xfrm>
              <a:off x="5593719" y="20049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2"/>
            <p:cNvSpPr/>
            <p:nvPr/>
          </p:nvSpPr>
          <p:spPr>
            <a:xfrm>
              <a:off x="5541348" y="21532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3"/>
            <p:cNvSpPr/>
            <p:nvPr/>
          </p:nvSpPr>
          <p:spPr>
            <a:xfrm>
              <a:off x="5659442" y="23657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4"/>
            <p:cNvSpPr/>
            <p:nvPr/>
          </p:nvSpPr>
          <p:spPr>
            <a:xfrm>
              <a:off x="5608250" y="25579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5"/>
            <p:cNvSpPr/>
            <p:nvPr/>
          </p:nvSpPr>
          <p:spPr>
            <a:xfrm>
              <a:off x="5721546" y="26392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6"/>
            <p:cNvSpPr/>
            <p:nvPr/>
          </p:nvSpPr>
          <p:spPr>
            <a:xfrm>
              <a:off x="5502242" y="20374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7"/>
            <p:cNvSpPr/>
            <p:nvPr/>
          </p:nvSpPr>
          <p:spPr>
            <a:xfrm>
              <a:off x="5547772" y="20602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8"/>
            <p:cNvSpPr/>
            <p:nvPr/>
          </p:nvSpPr>
          <p:spPr>
            <a:xfrm>
              <a:off x="5547643" y="2299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09"/>
            <p:cNvSpPr/>
            <p:nvPr/>
          </p:nvSpPr>
          <p:spPr>
            <a:xfrm>
              <a:off x="5569114" y="2356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0"/>
            <p:cNvSpPr/>
            <p:nvPr/>
          </p:nvSpPr>
          <p:spPr>
            <a:xfrm>
              <a:off x="5696418" y="23950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1"/>
            <p:cNvSpPr/>
            <p:nvPr/>
          </p:nvSpPr>
          <p:spPr>
            <a:xfrm>
              <a:off x="5556017" y="25098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2"/>
            <p:cNvSpPr/>
            <p:nvPr/>
          </p:nvSpPr>
          <p:spPr>
            <a:xfrm>
              <a:off x="5012686" y="19664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3"/>
            <p:cNvSpPr/>
            <p:nvPr/>
          </p:nvSpPr>
          <p:spPr>
            <a:xfrm>
              <a:off x="5561543" y="25587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4"/>
            <p:cNvSpPr/>
            <p:nvPr/>
          </p:nvSpPr>
          <p:spPr>
            <a:xfrm>
              <a:off x="5724610" y="21909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5"/>
            <p:cNvSpPr/>
            <p:nvPr/>
          </p:nvSpPr>
          <p:spPr>
            <a:xfrm>
              <a:off x="5632139" y="23895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6"/>
            <p:cNvSpPr/>
            <p:nvPr/>
          </p:nvSpPr>
          <p:spPr>
            <a:xfrm>
              <a:off x="5590974" y="25192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7"/>
            <p:cNvSpPr/>
            <p:nvPr/>
          </p:nvSpPr>
          <p:spPr>
            <a:xfrm>
              <a:off x="5626421" y="28113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8"/>
            <p:cNvSpPr/>
            <p:nvPr/>
          </p:nvSpPr>
          <p:spPr>
            <a:xfrm>
              <a:off x="5587847" y="26411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19"/>
            <p:cNvSpPr/>
            <p:nvPr/>
          </p:nvSpPr>
          <p:spPr>
            <a:xfrm>
              <a:off x="5657579" y="23816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0"/>
            <p:cNvSpPr/>
            <p:nvPr/>
          </p:nvSpPr>
          <p:spPr>
            <a:xfrm>
              <a:off x="5668808" y="219650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1"/>
            <p:cNvSpPr/>
            <p:nvPr/>
          </p:nvSpPr>
          <p:spPr>
            <a:xfrm>
              <a:off x="5625330" y="23258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2"/>
            <p:cNvSpPr/>
            <p:nvPr/>
          </p:nvSpPr>
          <p:spPr>
            <a:xfrm>
              <a:off x="5494814" y="209991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3"/>
            <p:cNvSpPr/>
            <p:nvPr/>
          </p:nvSpPr>
          <p:spPr>
            <a:xfrm>
              <a:off x="5554452" y="26105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4"/>
            <p:cNvSpPr/>
            <p:nvPr/>
          </p:nvSpPr>
          <p:spPr>
            <a:xfrm>
              <a:off x="5477776" y="21597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5"/>
            <p:cNvSpPr/>
            <p:nvPr/>
          </p:nvSpPr>
          <p:spPr>
            <a:xfrm>
              <a:off x="4983128" y="22026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6"/>
            <p:cNvSpPr/>
            <p:nvPr/>
          </p:nvSpPr>
          <p:spPr>
            <a:xfrm>
              <a:off x="5632145" y="21745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7"/>
            <p:cNvSpPr/>
            <p:nvPr/>
          </p:nvSpPr>
          <p:spPr>
            <a:xfrm>
              <a:off x="5721708" y="21589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8"/>
            <p:cNvSpPr/>
            <p:nvPr/>
          </p:nvSpPr>
          <p:spPr>
            <a:xfrm>
              <a:off x="5266653" y="2332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29"/>
            <p:cNvSpPr/>
            <p:nvPr/>
          </p:nvSpPr>
          <p:spPr>
            <a:xfrm>
              <a:off x="5745201" y="18973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0"/>
            <p:cNvSpPr/>
            <p:nvPr/>
          </p:nvSpPr>
          <p:spPr>
            <a:xfrm>
              <a:off x="5819123" y="13161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1"/>
            <p:cNvSpPr/>
            <p:nvPr/>
          </p:nvSpPr>
          <p:spPr>
            <a:xfrm>
              <a:off x="5609696" y="22640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2"/>
            <p:cNvSpPr/>
            <p:nvPr/>
          </p:nvSpPr>
          <p:spPr>
            <a:xfrm>
              <a:off x="5497816" y="20042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3"/>
            <p:cNvSpPr/>
            <p:nvPr/>
          </p:nvSpPr>
          <p:spPr>
            <a:xfrm>
              <a:off x="5714861" y="21098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4"/>
            <p:cNvSpPr/>
            <p:nvPr/>
          </p:nvSpPr>
          <p:spPr>
            <a:xfrm>
              <a:off x="5527709" y="19050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5"/>
            <p:cNvSpPr/>
            <p:nvPr/>
          </p:nvSpPr>
          <p:spPr>
            <a:xfrm>
              <a:off x="5196074" y="19239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6"/>
            <p:cNvSpPr/>
            <p:nvPr/>
          </p:nvSpPr>
          <p:spPr>
            <a:xfrm>
              <a:off x="5416078" y="20356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7"/>
            <p:cNvSpPr/>
            <p:nvPr/>
          </p:nvSpPr>
          <p:spPr>
            <a:xfrm>
              <a:off x="4978131" y="21039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8"/>
            <p:cNvSpPr/>
            <p:nvPr/>
          </p:nvSpPr>
          <p:spPr>
            <a:xfrm>
              <a:off x="4992231" y="22247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39"/>
            <p:cNvSpPr/>
            <p:nvPr/>
          </p:nvSpPr>
          <p:spPr>
            <a:xfrm>
              <a:off x="5539276" y="2452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0"/>
            <p:cNvSpPr/>
            <p:nvPr/>
          </p:nvSpPr>
          <p:spPr>
            <a:xfrm>
              <a:off x="5536152" y="18725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1"/>
            <p:cNvSpPr/>
            <p:nvPr/>
          </p:nvSpPr>
          <p:spPr>
            <a:xfrm>
              <a:off x="5666409" y="15416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2"/>
            <p:cNvSpPr/>
            <p:nvPr/>
          </p:nvSpPr>
          <p:spPr>
            <a:xfrm>
              <a:off x="5575610" y="19415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3"/>
            <p:cNvSpPr/>
            <p:nvPr/>
          </p:nvSpPr>
          <p:spPr>
            <a:xfrm>
              <a:off x="5649143" y="20312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4"/>
            <p:cNvSpPr/>
            <p:nvPr/>
          </p:nvSpPr>
          <p:spPr>
            <a:xfrm>
              <a:off x="5670046" y="17772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5"/>
            <p:cNvSpPr/>
            <p:nvPr/>
          </p:nvSpPr>
          <p:spPr>
            <a:xfrm>
              <a:off x="5711457" y="23289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6"/>
            <p:cNvSpPr/>
            <p:nvPr/>
          </p:nvSpPr>
          <p:spPr>
            <a:xfrm>
              <a:off x="5576396" y="20112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7"/>
            <p:cNvSpPr/>
            <p:nvPr/>
          </p:nvSpPr>
          <p:spPr>
            <a:xfrm>
              <a:off x="5734725" y="21471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8"/>
            <p:cNvSpPr/>
            <p:nvPr/>
          </p:nvSpPr>
          <p:spPr>
            <a:xfrm>
              <a:off x="5440272" y="20653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49"/>
            <p:cNvSpPr/>
            <p:nvPr/>
          </p:nvSpPr>
          <p:spPr>
            <a:xfrm>
              <a:off x="5528707" y="20895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0"/>
            <p:cNvSpPr/>
            <p:nvPr/>
          </p:nvSpPr>
          <p:spPr>
            <a:xfrm>
              <a:off x="5506397" y="19826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1"/>
            <p:cNvSpPr/>
            <p:nvPr/>
          </p:nvSpPr>
          <p:spPr>
            <a:xfrm>
              <a:off x="5622845" y="23227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2"/>
            <p:cNvSpPr/>
            <p:nvPr/>
          </p:nvSpPr>
          <p:spPr>
            <a:xfrm>
              <a:off x="5332757" y="23089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3"/>
            <p:cNvSpPr/>
            <p:nvPr/>
          </p:nvSpPr>
          <p:spPr>
            <a:xfrm>
              <a:off x="5660816" y="20478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4"/>
            <p:cNvSpPr/>
            <p:nvPr/>
          </p:nvSpPr>
          <p:spPr>
            <a:xfrm>
              <a:off x="5991660" y="20103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5"/>
            <p:cNvSpPr/>
            <p:nvPr/>
          </p:nvSpPr>
          <p:spPr>
            <a:xfrm>
              <a:off x="5843362" y="20110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6"/>
            <p:cNvSpPr/>
            <p:nvPr/>
          </p:nvSpPr>
          <p:spPr>
            <a:xfrm>
              <a:off x="6394312" y="20650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7"/>
            <p:cNvSpPr/>
            <p:nvPr/>
          </p:nvSpPr>
          <p:spPr>
            <a:xfrm>
              <a:off x="5321855" y="20593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8"/>
            <p:cNvSpPr/>
            <p:nvPr/>
          </p:nvSpPr>
          <p:spPr>
            <a:xfrm>
              <a:off x="5339458" y="22388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59"/>
            <p:cNvSpPr/>
            <p:nvPr/>
          </p:nvSpPr>
          <p:spPr>
            <a:xfrm>
              <a:off x="5279731" y="18628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0"/>
            <p:cNvSpPr/>
            <p:nvPr/>
          </p:nvSpPr>
          <p:spPr>
            <a:xfrm>
              <a:off x="5359649" y="20304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1"/>
            <p:cNvSpPr/>
            <p:nvPr/>
          </p:nvSpPr>
          <p:spPr>
            <a:xfrm>
              <a:off x="5603405" y="245995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2"/>
            <p:cNvSpPr/>
            <p:nvPr/>
          </p:nvSpPr>
          <p:spPr>
            <a:xfrm>
              <a:off x="5151676" y="21036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3"/>
            <p:cNvSpPr/>
            <p:nvPr/>
          </p:nvSpPr>
          <p:spPr>
            <a:xfrm>
              <a:off x="5181303" y="22726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4"/>
            <p:cNvSpPr/>
            <p:nvPr/>
          </p:nvSpPr>
          <p:spPr>
            <a:xfrm>
              <a:off x="5398409" y="19681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5"/>
            <p:cNvSpPr/>
            <p:nvPr/>
          </p:nvSpPr>
          <p:spPr>
            <a:xfrm>
              <a:off x="4941995" y="33765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6"/>
            <p:cNvSpPr/>
            <p:nvPr/>
          </p:nvSpPr>
          <p:spPr>
            <a:xfrm>
              <a:off x="5284514" y="21613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7"/>
            <p:cNvSpPr/>
            <p:nvPr/>
          </p:nvSpPr>
          <p:spPr>
            <a:xfrm>
              <a:off x="5435658" y="19133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8"/>
            <p:cNvSpPr/>
            <p:nvPr/>
          </p:nvSpPr>
          <p:spPr>
            <a:xfrm>
              <a:off x="5343560" y="184751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69"/>
            <p:cNvSpPr/>
            <p:nvPr/>
          </p:nvSpPr>
          <p:spPr>
            <a:xfrm>
              <a:off x="5717635" y="18854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0"/>
            <p:cNvSpPr/>
            <p:nvPr/>
          </p:nvSpPr>
          <p:spPr>
            <a:xfrm>
              <a:off x="5367154" y="19012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1"/>
            <p:cNvSpPr/>
            <p:nvPr/>
          </p:nvSpPr>
          <p:spPr>
            <a:xfrm>
              <a:off x="5444411" y="19097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2"/>
            <p:cNvSpPr/>
            <p:nvPr/>
          </p:nvSpPr>
          <p:spPr>
            <a:xfrm>
              <a:off x="5341274" y="19628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3"/>
            <p:cNvSpPr/>
            <p:nvPr/>
          </p:nvSpPr>
          <p:spPr>
            <a:xfrm>
              <a:off x="5516219" y="17568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4"/>
            <p:cNvSpPr/>
            <p:nvPr/>
          </p:nvSpPr>
          <p:spPr>
            <a:xfrm>
              <a:off x="5200891" y="20053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5"/>
            <p:cNvSpPr/>
            <p:nvPr/>
          </p:nvSpPr>
          <p:spPr>
            <a:xfrm>
              <a:off x="5323085" y="16875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6"/>
            <p:cNvSpPr/>
            <p:nvPr/>
          </p:nvSpPr>
          <p:spPr>
            <a:xfrm>
              <a:off x="5342700" y="18686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7"/>
            <p:cNvSpPr/>
            <p:nvPr/>
          </p:nvSpPr>
          <p:spPr>
            <a:xfrm>
              <a:off x="5371917" y="21471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8"/>
            <p:cNvSpPr/>
            <p:nvPr/>
          </p:nvSpPr>
          <p:spPr>
            <a:xfrm>
              <a:off x="5211442" y="18090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79"/>
            <p:cNvSpPr/>
            <p:nvPr/>
          </p:nvSpPr>
          <p:spPr>
            <a:xfrm>
              <a:off x="5241939" y="18671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0"/>
            <p:cNvSpPr/>
            <p:nvPr/>
          </p:nvSpPr>
          <p:spPr>
            <a:xfrm>
              <a:off x="5458829" y="18223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1"/>
            <p:cNvSpPr/>
            <p:nvPr/>
          </p:nvSpPr>
          <p:spPr>
            <a:xfrm>
              <a:off x="5447919" y="21746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2"/>
            <p:cNvSpPr/>
            <p:nvPr/>
          </p:nvSpPr>
          <p:spPr>
            <a:xfrm>
              <a:off x="5327094" y="20758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3"/>
            <p:cNvSpPr/>
            <p:nvPr/>
          </p:nvSpPr>
          <p:spPr>
            <a:xfrm>
              <a:off x="5497761" y="18910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4"/>
            <p:cNvSpPr/>
            <p:nvPr/>
          </p:nvSpPr>
          <p:spPr>
            <a:xfrm>
              <a:off x="5390247" y="18975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5"/>
            <p:cNvSpPr/>
            <p:nvPr/>
          </p:nvSpPr>
          <p:spPr>
            <a:xfrm>
              <a:off x="5449051" y="21031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6"/>
            <p:cNvSpPr/>
            <p:nvPr/>
          </p:nvSpPr>
          <p:spPr>
            <a:xfrm>
              <a:off x="5052532" y="18645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7"/>
            <p:cNvSpPr/>
            <p:nvPr/>
          </p:nvSpPr>
          <p:spPr>
            <a:xfrm>
              <a:off x="5603248" y="20368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8"/>
            <p:cNvSpPr/>
            <p:nvPr/>
          </p:nvSpPr>
          <p:spPr>
            <a:xfrm>
              <a:off x="5796048" y="19767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89"/>
            <p:cNvSpPr/>
            <p:nvPr/>
          </p:nvSpPr>
          <p:spPr>
            <a:xfrm>
              <a:off x="5658043" y="20249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0"/>
            <p:cNvSpPr/>
            <p:nvPr/>
          </p:nvSpPr>
          <p:spPr>
            <a:xfrm>
              <a:off x="5749513" y="20336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1"/>
            <p:cNvSpPr/>
            <p:nvPr/>
          </p:nvSpPr>
          <p:spPr>
            <a:xfrm>
              <a:off x="5674381" y="17267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2"/>
            <p:cNvSpPr/>
            <p:nvPr/>
          </p:nvSpPr>
          <p:spPr>
            <a:xfrm>
              <a:off x="5736065" y="2065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3"/>
            <p:cNvSpPr/>
            <p:nvPr/>
          </p:nvSpPr>
          <p:spPr>
            <a:xfrm>
              <a:off x="5762968" y="19041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4"/>
            <p:cNvSpPr/>
            <p:nvPr/>
          </p:nvSpPr>
          <p:spPr>
            <a:xfrm>
              <a:off x="5476975" y="17379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5"/>
            <p:cNvSpPr/>
            <p:nvPr/>
          </p:nvSpPr>
          <p:spPr>
            <a:xfrm>
              <a:off x="5205008" y="21967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6"/>
            <p:cNvSpPr/>
            <p:nvPr/>
          </p:nvSpPr>
          <p:spPr>
            <a:xfrm>
              <a:off x="5721714" y="16986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7"/>
            <p:cNvSpPr/>
            <p:nvPr/>
          </p:nvSpPr>
          <p:spPr>
            <a:xfrm>
              <a:off x="5667813" y="184788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8"/>
            <p:cNvSpPr/>
            <p:nvPr/>
          </p:nvSpPr>
          <p:spPr>
            <a:xfrm>
              <a:off x="5729774" y="21189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699"/>
            <p:cNvSpPr/>
            <p:nvPr/>
          </p:nvSpPr>
          <p:spPr>
            <a:xfrm>
              <a:off x="5615750" y="17550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0"/>
            <p:cNvSpPr/>
            <p:nvPr/>
          </p:nvSpPr>
          <p:spPr>
            <a:xfrm>
              <a:off x="5670628" y="16081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1"/>
            <p:cNvSpPr/>
            <p:nvPr/>
          </p:nvSpPr>
          <p:spPr>
            <a:xfrm>
              <a:off x="5492225" y="20351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2"/>
            <p:cNvSpPr/>
            <p:nvPr/>
          </p:nvSpPr>
          <p:spPr>
            <a:xfrm>
              <a:off x="5260019" y="20655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3"/>
            <p:cNvSpPr/>
            <p:nvPr/>
          </p:nvSpPr>
          <p:spPr>
            <a:xfrm>
              <a:off x="5210889" y="21335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4"/>
            <p:cNvSpPr/>
            <p:nvPr/>
          </p:nvSpPr>
          <p:spPr>
            <a:xfrm>
              <a:off x="5548385" y="26137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5"/>
            <p:cNvSpPr/>
            <p:nvPr/>
          </p:nvSpPr>
          <p:spPr>
            <a:xfrm>
              <a:off x="5570386" y="24255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6"/>
            <p:cNvSpPr/>
            <p:nvPr/>
          </p:nvSpPr>
          <p:spPr>
            <a:xfrm>
              <a:off x="5641512" y="32840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7"/>
            <p:cNvSpPr/>
            <p:nvPr/>
          </p:nvSpPr>
          <p:spPr>
            <a:xfrm>
              <a:off x="5780812" y="24177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8"/>
            <p:cNvSpPr/>
            <p:nvPr/>
          </p:nvSpPr>
          <p:spPr>
            <a:xfrm>
              <a:off x="5645637" y="26460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09"/>
            <p:cNvSpPr/>
            <p:nvPr/>
          </p:nvSpPr>
          <p:spPr>
            <a:xfrm>
              <a:off x="6107364" y="23577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0"/>
            <p:cNvSpPr/>
            <p:nvPr/>
          </p:nvSpPr>
          <p:spPr>
            <a:xfrm>
              <a:off x="5199929" y="22478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1"/>
            <p:cNvSpPr/>
            <p:nvPr/>
          </p:nvSpPr>
          <p:spPr>
            <a:xfrm>
              <a:off x="5303585" y="21438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2"/>
            <p:cNvSpPr/>
            <p:nvPr/>
          </p:nvSpPr>
          <p:spPr>
            <a:xfrm>
              <a:off x="5242772" y="21822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3"/>
            <p:cNvSpPr/>
            <p:nvPr/>
          </p:nvSpPr>
          <p:spPr>
            <a:xfrm>
              <a:off x="5031346" y="23271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4"/>
            <p:cNvSpPr/>
            <p:nvPr/>
          </p:nvSpPr>
          <p:spPr>
            <a:xfrm>
              <a:off x="5462187" y="17960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5"/>
            <p:cNvSpPr/>
            <p:nvPr/>
          </p:nvSpPr>
          <p:spPr>
            <a:xfrm>
              <a:off x="5332684" y="22923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6"/>
            <p:cNvSpPr/>
            <p:nvPr/>
          </p:nvSpPr>
          <p:spPr>
            <a:xfrm>
              <a:off x="5284725" y="18262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7"/>
            <p:cNvSpPr/>
            <p:nvPr/>
          </p:nvSpPr>
          <p:spPr>
            <a:xfrm>
              <a:off x="5203593" y="21987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8"/>
            <p:cNvSpPr/>
            <p:nvPr/>
          </p:nvSpPr>
          <p:spPr>
            <a:xfrm>
              <a:off x="5542173" y="229495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19"/>
            <p:cNvSpPr/>
            <p:nvPr/>
          </p:nvSpPr>
          <p:spPr>
            <a:xfrm>
              <a:off x="5628069" y="22281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0"/>
            <p:cNvSpPr/>
            <p:nvPr/>
          </p:nvSpPr>
          <p:spPr>
            <a:xfrm>
              <a:off x="5613200" y="28025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1"/>
            <p:cNvSpPr/>
            <p:nvPr/>
          </p:nvSpPr>
          <p:spPr>
            <a:xfrm>
              <a:off x="5439222" y="22519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2"/>
            <p:cNvSpPr/>
            <p:nvPr/>
          </p:nvSpPr>
          <p:spPr>
            <a:xfrm>
              <a:off x="5306982" y="21776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3"/>
            <p:cNvSpPr/>
            <p:nvPr/>
          </p:nvSpPr>
          <p:spPr>
            <a:xfrm>
              <a:off x="5119534" y="23088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4"/>
            <p:cNvSpPr/>
            <p:nvPr/>
          </p:nvSpPr>
          <p:spPr>
            <a:xfrm>
              <a:off x="4967862" y="19664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5"/>
            <p:cNvSpPr/>
            <p:nvPr/>
          </p:nvSpPr>
          <p:spPr>
            <a:xfrm>
              <a:off x="5117157" y="21842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6"/>
            <p:cNvSpPr/>
            <p:nvPr/>
          </p:nvSpPr>
          <p:spPr>
            <a:xfrm>
              <a:off x="6209517" y="30477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7"/>
            <p:cNvSpPr/>
            <p:nvPr/>
          </p:nvSpPr>
          <p:spPr>
            <a:xfrm>
              <a:off x="5488858" y="23753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8"/>
            <p:cNvSpPr/>
            <p:nvPr/>
          </p:nvSpPr>
          <p:spPr>
            <a:xfrm>
              <a:off x="5783547" y="17212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29"/>
            <p:cNvSpPr/>
            <p:nvPr/>
          </p:nvSpPr>
          <p:spPr>
            <a:xfrm>
              <a:off x="5127624" y="19265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0"/>
            <p:cNvSpPr/>
            <p:nvPr/>
          </p:nvSpPr>
          <p:spPr>
            <a:xfrm>
              <a:off x="5705543" y="17673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1"/>
            <p:cNvSpPr/>
            <p:nvPr/>
          </p:nvSpPr>
          <p:spPr>
            <a:xfrm>
              <a:off x="5423391" y="24985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2"/>
            <p:cNvSpPr/>
            <p:nvPr/>
          </p:nvSpPr>
          <p:spPr>
            <a:xfrm>
              <a:off x="5568375" y="26208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3"/>
            <p:cNvSpPr/>
            <p:nvPr/>
          </p:nvSpPr>
          <p:spPr>
            <a:xfrm>
              <a:off x="5580072" y="27897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4"/>
            <p:cNvSpPr/>
            <p:nvPr/>
          </p:nvSpPr>
          <p:spPr>
            <a:xfrm>
              <a:off x="5597020" y="28199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5"/>
            <p:cNvSpPr/>
            <p:nvPr/>
          </p:nvSpPr>
          <p:spPr>
            <a:xfrm>
              <a:off x="5517942" y="25833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6"/>
            <p:cNvSpPr/>
            <p:nvPr/>
          </p:nvSpPr>
          <p:spPr>
            <a:xfrm>
              <a:off x="5614058" y="29953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7"/>
            <p:cNvSpPr/>
            <p:nvPr/>
          </p:nvSpPr>
          <p:spPr>
            <a:xfrm>
              <a:off x="5456009" y="25141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8"/>
            <p:cNvSpPr/>
            <p:nvPr/>
          </p:nvSpPr>
          <p:spPr>
            <a:xfrm>
              <a:off x="5480058" y="24974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39"/>
            <p:cNvSpPr/>
            <p:nvPr/>
          </p:nvSpPr>
          <p:spPr>
            <a:xfrm>
              <a:off x="5702288" y="250875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0"/>
            <p:cNvSpPr/>
            <p:nvPr/>
          </p:nvSpPr>
          <p:spPr>
            <a:xfrm>
              <a:off x="5615916" y="27549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1"/>
            <p:cNvSpPr/>
            <p:nvPr/>
          </p:nvSpPr>
          <p:spPr>
            <a:xfrm>
              <a:off x="5588379" y="23207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2"/>
            <p:cNvSpPr/>
            <p:nvPr/>
          </p:nvSpPr>
          <p:spPr>
            <a:xfrm>
              <a:off x="5606410" y="23532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3"/>
            <p:cNvSpPr/>
            <p:nvPr/>
          </p:nvSpPr>
          <p:spPr>
            <a:xfrm>
              <a:off x="5700640" y="22685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4"/>
            <p:cNvSpPr/>
            <p:nvPr/>
          </p:nvSpPr>
          <p:spPr>
            <a:xfrm>
              <a:off x="5574697" y="23932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5"/>
            <p:cNvSpPr/>
            <p:nvPr/>
          </p:nvSpPr>
          <p:spPr>
            <a:xfrm>
              <a:off x="5678635" y="20824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6"/>
            <p:cNvSpPr/>
            <p:nvPr/>
          </p:nvSpPr>
          <p:spPr>
            <a:xfrm>
              <a:off x="5165836" y="20637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7"/>
            <p:cNvSpPr/>
            <p:nvPr/>
          </p:nvSpPr>
          <p:spPr>
            <a:xfrm>
              <a:off x="5545627" y="27846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8"/>
            <p:cNvSpPr/>
            <p:nvPr/>
          </p:nvSpPr>
          <p:spPr>
            <a:xfrm>
              <a:off x="5578857" y="30108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49"/>
            <p:cNvSpPr/>
            <p:nvPr/>
          </p:nvSpPr>
          <p:spPr>
            <a:xfrm>
              <a:off x="5565024" y="3106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0"/>
            <p:cNvSpPr/>
            <p:nvPr/>
          </p:nvSpPr>
          <p:spPr>
            <a:xfrm>
              <a:off x="5487652" y="26338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1"/>
            <p:cNvSpPr/>
            <p:nvPr/>
          </p:nvSpPr>
          <p:spPr>
            <a:xfrm>
              <a:off x="5513033" y="19688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2"/>
            <p:cNvSpPr/>
            <p:nvPr/>
          </p:nvSpPr>
          <p:spPr>
            <a:xfrm>
              <a:off x="5598318" y="28101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3"/>
            <p:cNvSpPr/>
            <p:nvPr/>
          </p:nvSpPr>
          <p:spPr>
            <a:xfrm>
              <a:off x="5505701" y="31196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4"/>
            <p:cNvSpPr/>
            <p:nvPr/>
          </p:nvSpPr>
          <p:spPr>
            <a:xfrm>
              <a:off x="5928523" y="21571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5"/>
            <p:cNvSpPr/>
            <p:nvPr/>
          </p:nvSpPr>
          <p:spPr>
            <a:xfrm>
              <a:off x="5615820" y="21112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6"/>
            <p:cNvSpPr/>
            <p:nvPr/>
          </p:nvSpPr>
          <p:spPr>
            <a:xfrm>
              <a:off x="5532528" y="25479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7"/>
            <p:cNvSpPr/>
            <p:nvPr/>
          </p:nvSpPr>
          <p:spPr>
            <a:xfrm>
              <a:off x="5561033" y="23194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8"/>
            <p:cNvSpPr/>
            <p:nvPr/>
          </p:nvSpPr>
          <p:spPr>
            <a:xfrm>
              <a:off x="5558352" y="25800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59"/>
            <p:cNvSpPr/>
            <p:nvPr/>
          </p:nvSpPr>
          <p:spPr>
            <a:xfrm>
              <a:off x="5567770" y="23419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0"/>
            <p:cNvSpPr/>
            <p:nvPr/>
          </p:nvSpPr>
          <p:spPr>
            <a:xfrm>
              <a:off x="5404457" y="24730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1"/>
            <p:cNvSpPr/>
            <p:nvPr/>
          </p:nvSpPr>
          <p:spPr>
            <a:xfrm>
              <a:off x="5545517" y="24119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2"/>
            <p:cNvSpPr/>
            <p:nvPr/>
          </p:nvSpPr>
          <p:spPr>
            <a:xfrm>
              <a:off x="5438305" y="24567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3"/>
            <p:cNvSpPr/>
            <p:nvPr/>
          </p:nvSpPr>
          <p:spPr>
            <a:xfrm>
              <a:off x="5516617" y="22923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4"/>
            <p:cNvSpPr/>
            <p:nvPr/>
          </p:nvSpPr>
          <p:spPr>
            <a:xfrm>
              <a:off x="5588204" y="25994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5"/>
            <p:cNvSpPr/>
            <p:nvPr/>
          </p:nvSpPr>
          <p:spPr>
            <a:xfrm>
              <a:off x="5554508" y="26526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6"/>
            <p:cNvSpPr/>
            <p:nvPr/>
          </p:nvSpPr>
          <p:spPr>
            <a:xfrm>
              <a:off x="5492230" y="23171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7"/>
            <p:cNvSpPr/>
            <p:nvPr/>
          </p:nvSpPr>
          <p:spPr>
            <a:xfrm>
              <a:off x="5386247" y="24159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8"/>
            <p:cNvSpPr/>
            <p:nvPr/>
          </p:nvSpPr>
          <p:spPr>
            <a:xfrm>
              <a:off x="5618630" y="21838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69"/>
            <p:cNvSpPr/>
            <p:nvPr/>
          </p:nvSpPr>
          <p:spPr>
            <a:xfrm>
              <a:off x="5640376" y="23871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0"/>
            <p:cNvSpPr/>
            <p:nvPr/>
          </p:nvSpPr>
          <p:spPr>
            <a:xfrm>
              <a:off x="5537526" y="29714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1"/>
            <p:cNvSpPr/>
            <p:nvPr/>
          </p:nvSpPr>
          <p:spPr>
            <a:xfrm>
              <a:off x="5465932" y="24835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2"/>
            <p:cNvSpPr/>
            <p:nvPr/>
          </p:nvSpPr>
          <p:spPr>
            <a:xfrm>
              <a:off x="5407004" y="26926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3"/>
            <p:cNvSpPr/>
            <p:nvPr/>
          </p:nvSpPr>
          <p:spPr>
            <a:xfrm>
              <a:off x="5442011" y="21776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4"/>
            <p:cNvSpPr/>
            <p:nvPr/>
          </p:nvSpPr>
          <p:spPr>
            <a:xfrm>
              <a:off x="5409432" y="21130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5"/>
            <p:cNvSpPr/>
            <p:nvPr/>
          </p:nvSpPr>
          <p:spPr>
            <a:xfrm>
              <a:off x="5586008" y="24133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6"/>
            <p:cNvSpPr/>
            <p:nvPr/>
          </p:nvSpPr>
          <p:spPr>
            <a:xfrm>
              <a:off x="5394215" y="22838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7"/>
            <p:cNvSpPr/>
            <p:nvPr/>
          </p:nvSpPr>
          <p:spPr>
            <a:xfrm>
              <a:off x="5465603" y="22344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8"/>
            <p:cNvSpPr/>
            <p:nvPr/>
          </p:nvSpPr>
          <p:spPr>
            <a:xfrm>
              <a:off x="5572171" y="23903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79"/>
            <p:cNvSpPr/>
            <p:nvPr/>
          </p:nvSpPr>
          <p:spPr>
            <a:xfrm>
              <a:off x="5538288" y="21860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0"/>
            <p:cNvSpPr/>
            <p:nvPr/>
          </p:nvSpPr>
          <p:spPr>
            <a:xfrm>
              <a:off x="5548360" y="25187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1"/>
            <p:cNvSpPr/>
            <p:nvPr/>
          </p:nvSpPr>
          <p:spPr>
            <a:xfrm>
              <a:off x="5580787" y="24058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2"/>
            <p:cNvSpPr/>
            <p:nvPr/>
          </p:nvSpPr>
          <p:spPr>
            <a:xfrm>
              <a:off x="5495557" y="23968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3"/>
            <p:cNvSpPr/>
            <p:nvPr/>
          </p:nvSpPr>
          <p:spPr>
            <a:xfrm>
              <a:off x="5614867" y="19869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4"/>
            <p:cNvSpPr/>
            <p:nvPr/>
          </p:nvSpPr>
          <p:spPr>
            <a:xfrm>
              <a:off x="5530008" y="21228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5"/>
            <p:cNvSpPr/>
            <p:nvPr/>
          </p:nvSpPr>
          <p:spPr>
            <a:xfrm>
              <a:off x="5506192" y="22125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6"/>
            <p:cNvSpPr/>
            <p:nvPr/>
          </p:nvSpPr>
          <p:spPr>
            <a:xfrm>
              <a:off x="5432032" y="2156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7"/>
            <p:cNvSpPr/>
            <p:nvPr/>
          </p:nvSpPr>
          <p:spPr>
            <a:xfrm>
              <a:off x="5434319" y="22740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8"/>
            <p:cNvSpPr/>
            <p:nvPr/>
          </p:nvSpPr>
          <p:spPr>
            <a:xfrm>
              <a:off x="5448596" y="22472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89"/>
            <p:cNvSpPr/>
            <p:nvPr/>
          </p:nvSpPr>
          <p:spPr>
            <a:xfrm>
              <a:off x="5525915" y="2258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0"/>
            <p:cNvSpPr/>
            <p:nvPr/>
          </p:nvSpPr>
          <p:spPr>
            <a:xfrm>
              <a:off x="5603848" y="20853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1"/>
            <p:cNvSpPr/>
            <p:nvPr/>
          </p:nvSpPr>
          <p:spPr>
            <a:xfrm>
              <a:off x="5505275" y="20717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2"/>
            <p:cNvSpPr/>
            <p:nvPr/>
          </p:nvSpPr>
          <p:spPr>
            <a:xfrm>
              <a:off x="5583306" y="18937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3"/>
            <p:cNvSpPr/>
            <p:nvPr/>
          </p:nvSpPr>
          <p:spPr>
            <a:xfrm>
              <a:off x="5395339" y="2309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4"/>
            <p:cNvSpPr/>
            <p:nvPr/>
          </p:nvSpPr>
          <p:spPr>
            <a:xfrm>
              <a:off x="5511639" y="24727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5"/>
            <p:cNvSpPr/>
            <p:nvPr/>
          </p:nvSpPr>
          <p:spPr>
            <a:xfrm>
              <a:off x="5202438" y="19939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6"/>
            <p:cNvSpPr/>
            <p:nvPr/>
          </p:nvSpPr>
          <p:spPr>
            <a:xfrm>
              <a:off x="5605957" y="19827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7"/>
            <p:cNvSpPr/>
            <p:nvPr/>
          </p:nvSpPr>
          <p:spPr>
            <a:xfrm>
              <a:off x="5466706" y="22731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8"/>
            <p:cNvSpPr/>
            <p:nvPr/>
          </p:nvSpPr>
          <p:spPr>
            <a:xfrm>
              <a:off x="5509316" y="22309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799"/>
            <p:cNvSpPr/>
            <p:nvPr/>
          </p:nvSpPr>
          <p:spPr>
            <a:xfrm>
              <a:off x="5422094" y="23550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0"/>
            <p:cNvSpPr/>
            <p:nvPr/>
          </p:nvSpPr>
          <p:spPr>
            <a:xfrm>
              <a:off x="5396480" y="21556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1"/>
            <p:cNvSpPr/>
            <p:nvPr/>
          </p:nvSpPr>
          <p:spPr>
            <a:xfrm>
              <a:off x="5115641" y="22356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2"/>
            <p:cNvSpPr/>
            <p:nvPr/>
          </p:nvSpPr>
          <p:spPr>
            <a:xfrm>
              <a:off x="5420310" y="22558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3"/>
            <p:cNvSpPr/>
            <p:nvPr/>
          </p:nvSpPr>
          <p:spPr>
            <a:xfrm>
              <a:off x="5413629" y="24476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4"/>
            <p:cNvSpPr/>
            <p:nvPr/>
          </p:nvSpPr>
          <p:spPr>
            <a:xfrm>
              <a:off x="5612305" y="17948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5"/>
            <p:cNvSpPr/>
            <p:nvPr/>
          </p:nvSpPr>
          <p:spPr>
            <a:xfrm>
              <a:off x="5776996" y="20829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6"/>
            <p:cNvSpPr/>
            <p:nvPr/>
          </p:nvSpPr>
          <p:spPr>
            <a:xfrm>
              <a:off x="5480626" y="21610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7"/>
            <p:cNvSpPr/>
            <p:nvPr/>
          </p:nvSpPr>
          <p:spPr>
            <a:xfrm>
              <a:off x="5552950" y="2036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8"/>
            <p:cNvSpPr/>
            <p:nvPr/>
          </p:nvSpPr>
          <p:spPr>
            <a:xfrm>
              <a:off x="5515315" y="23474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09"/>
            <p:cNvSpPr/>
            <p:nvPr/>
          </p:nvSpPr>
          <p:spPr>
            <a:xfrm>
              <a:off x="5997613" y="21031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0"/>
            <p:cNvSpPr/>
            <p:nvPr/>
          </p:nvSpPr>
          <p:spPr>
            <a:xfrm>
              <a:off x="5568757" y="21477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1"/>
            <p:cNvSpPr/>
            <p:nvPr/>
          </p:nvSpPr>
          <p:spPr>
            <a:xfrm>
              <a:off x="5271620" y="21575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2"/>
            <p:cNvSpPr/>
            <p:nvPr/>
          </p:nvSpPr>
          <p:spPr>
            <a:xfrm>
              <a:off x="5665716" y="21464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3"/>
            <p:cNvSpPr/>
            <p:nvPr/>
          </p:nvSpPr>
          <p:spPr>
            <a:xfrm>
              <a:off x="5655575" y="22786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4"/>
            <p:cNvSpPr/>
            <p:nvPr/>
          </p:nvSpPr>
          <p:spPr>
            <a:xfrm>
              <a:off x="5665810" y="22756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5"/>
            <p:cNvSpPr/>
            <p:nvPr/>
          </p:nvSpPr>
          <p:spPr>
            <a:xfrm>
              <a:off x="5673410" y="22212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6"/>
            <p:cNvSpPr/>
            <p:nvPr/>
          </p:nvSpPr>
          <p:spPr>
            <a:xfrm>
              <a:off x="5608970" y="21979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7"/>
            <p:cNvSpPr/>
            <p:nvPr/>
          </p:nvSpPr>
          <p:spPr>
            <a:xfrm>
              <a:off x="5395389" y="23212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8"/>
            <p:cNvSpPr/>
            <p:nvPr/>
          </p:nvSpPr>
          <p:spPr>
            <a:xfrm>
              <a:off x="5532988" y="2284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19"/>
            <p:cNvSpPr/>
            <p:nvPr/>
          </p:nvSpPr>
          <p:spPr>
            <a:xfrm>
              <a:off x="5609437" y="23227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0"/>
            <p:cNvSpPr/>
            <p:nvPr/>
          </p:nvSpPr>
          <p:spPr>
            <a:xfrm>
              <a:off x="5698685" y="20159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1"/>
            <p:cNvSpPr/>
            <p:nvPr/>
          </p:nvSpPr>
          <p:spPr>
            <a:xfrm>
              <a:off x="5617491" y="25452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2"/>
            <p:cNvSpPr/>
            <p:nvPr/>
          </p:nvSpPr>
          <p:spPr>
            <a:xfrm>
              <a:off x="5488139" y="21735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3"/>
            <p:cNvSpPr/>
            <p:nvPr/>
          </p:nvSpPr>
          <p:spPr>
            <a:xfrm>
              <a:off x="5458878" y="21000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4"/>
            <p:cNvSpPr/>
            <p:nvPr/>
          </p:nvSpPr>
          <p:spPr>
            <a:xfrm>
              <a:off x="4594889" y="26439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5"/>
            <p:cNvSpPr/>
            <p:nvPr/>
          </p:nvSpPr>
          <p:spPr>
            <a:xfrm>
              <a:off x="5545713" y="2466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6"/>
            <p:cNvSpPr/>
            <p:nvPr/>
          </p:nvSpPr>
          <p:spPr>
            <a:xfrm>
              <a:off x="4444960" y="26708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7"/>
            <p:cNvSpPr/>
            <p:nvPr/>
          </p:nvSpPr>
          <p:spPr>
            <a:xfrm>
              <a:off x="5548095" y="26815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8"/>
            <p:cNvSpPr/>
            <p:nvPr/>
          </p:nvSpPr>
          <p:spPr>
            <a:xfrm>
              <a:off x="4931605" y="26520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29"/>
            <p:cNvSpPr/>
            <p:nvPr/>
          </p:nvSpPr>
          <p:spPr>
            <a:xfrm>
              <a:off x="5538015" y="29533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0"/>
            <p:cNvSpPr/>
            <p:nvPr/>
          </p:nvSpPr>
          <p:spPr>
            <a:xfrm>
              <a:off x="5628136" y="27723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1"/>
            <p:cNvSpPr/>
            <p:nvPr/>
          </p:nvSpPr>
          <p:spPr>
            <a:xfrm>
              <a:off x="5437364" y="27768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2"/>
            <p:cNvSpPr/>
            <p:nvPr/>
          </p:nvSpPr>
          <p:spPr>
            <a:xfrm>
              <a:off x="5575017" y="24992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3"/>
            <p:cNvSpPr/>
            <p:nvPr/>
          </p:nvSpPr>
          <p:spPr>
            <a:xfrm>
              <a:off x="5687368" y="21785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4"/>
            <p:cNvSpPr/>
            <p:nvPr/>
          </p:nvSpPr>
          <p:spPr>
            <a:xfrm>
              <a:off x="5713350" y="20324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5"/>
            <p:cNvSpPr/>
            <p:nvPr/>
          </p:nvSpPr>
          <p:spPr>
            <a:xfrm>
              <a:off x="5568160" y="24808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6"/>
            <p:cNvSpPr/>
            <p:nvPr/>
          </p:nvSpPr>
          <p:spPr>
            <a:xfrm>
              <a:off x="5580282" y="24261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7"/>
            <p:cNvSpPr/>
            <p:nvPr/>
          </p:nvSpPr>
          <p:spPr>
            <a:xfrm>
              <a:off x="5444110" y="2296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8"/>
            <p:cNvSpPr/>
            <p:nvPr/>
          </p:nvSpPr>
          <p:spPr>
            <a:xfrm>
              <a:off x="5621905" y="20390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39"/>
            <p:cNvSpPr/>
            <p:nvPr/>
          </p:nvSpPr>
          <p:spPr>
            <a:xfrm>
              <a:off x="5603080" y="24272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0"/>
            <p:cNvSpPr/>
            <p:nvPr/>
          </p:nvSpPr>
          <p:spPr>
            <a:xfrm>
              <a:off x="5585568" y="234404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1"/>
            <p:cNvSpPr/>
            <p:nvPr/>
          </p:nvSpPr>
          <p:spPr>
            <a:xfrm>
              <a:off x="5573263" y="240157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2"/>
            <p:cNvSpPr/>
            <p:nvPr/>
          </p:nvSpPr>
          <p:spPr>
            <a:xfrm>
              <a:off x="5509231" y="210019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3"/>
            <p:cNvSpPr/>
            <p:nvPr/>
          </p:nvSpPr>
          <p:spPr>
            <a:xfrm>
              <a:off x="5371600" y="23570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4"/>
            <p:cNvSpPr/>
            <p:nvPr/>
          </p:nvSpPr>
          <p:spPr>
            <a:xfrm>
              <a:off x="5471508" y="25855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5"/>
            <p:cNvSpPr/>
            <p:nvPr/>
          </p:nvSpPr>
          <p:spPr>
            <a:xfrm>
              <a:off x="5550781" y="211490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6"/>
            <p:cNvSpPr/>
            <p:nvPr/>
          </p:nvSpPr>
          <p:spPr>
            <a:xfrm>
              <a:off x="5908270" y="178337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7"/>
            <p:cNvSpPr/>
            <p:nvPr/>
          </p:nvSpPr>
          <p:spPr>
            <a:xfrm>
              <a:off x="5517077" y="21893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8"/>
            <p:cNvSpPr/>
            <p:nvPr/>
          </p:nvSpPr>
          <p:spPr>
            <a:xfrm>
              <a:off x="5513564" y="24129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49"/>
            <p:cNvSpPr/>
            <p:nvPr/>
          </p:nvSpPr>
          <p:spPr>
            <a:xfrm>
              <a:off x="5501629" y="230682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0"/>
            <p:cNvSpPr/>
            <p:nvPr/>
          </p:nvSpPr>
          <p:spPr>
            <a:xfrm>
              <a:off x="5573967" y="246618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1"/>
            <p:cNvSpPr/>
            <p:nvPr/>
          </p:nvSpPr>
          <p:spPr>
            <a:xfrm>
              <a:off x="5545013" y="21943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2"/>
            <p:cNvSpPr/>
            <p:nvPr/>
          </p:nvSpPr>
          <p:spPr>
            <a:xfrm>
              <a:off x="5559562" y="214382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3"/>
            <p:cNvSpPr/>
            <p:nvPr/>
          </p:nvSpPr>
          <p:spPr>
            <a:xfrm>
              <a:off x="5572642" y="241543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4"/>
            <p:cNvSpPr/>
            <p:nvPr/>
          </p:nvSpPr>
          <p:spPr>
            <a:xfrm>
              <a:off x="5545516" y="22672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5"/>
            <p:cNvSpPr/>
            <p:nvPr/>
          </p:nvSpPr>
          <p:spPr>
            <a:xfrm>
              <a:off x="5577944" y="18652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6"/>
            <p:cNvSpPr/>
            <p:nvPr/>
          </p:nvSpPr>
          <p:spPr>
            <a:xfrm>
              <a:off x="5542990" y="21552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7"/>
            <p:cNvSpPr/>
            <p:nvPr/>
          </p:nvSpPr>
          <p:spPr>
            <a:xfrm>
              <a:off x="5464391" y="24511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8"/>
            <p:cNvSpPr/>
            <p:nvPr/>
          </p:nvSpPr>
          <p:spPr>
            <a:xfrm>
              <a:off x="5516268" y="221010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59"/>
            <p:cNvSpPr/>
            <p:nvPr/>
          </p:nvSpPr>
          <p:spPr>
            <a:xfrm>
              <a:off x="5505166" y="19431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0"/>
            <p:cNvSpPr/>
            <p:nvPr/>
          </p:nvSpPr>
          <p:spPr>
            <a:xfrm>
              <a:off x="5499694" y="214764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1"/>
            <p:cNvSpPr/>
            <p:nvPr/>
          </p:nvSpPr>
          <p:spPr>
            <a:xfrm>
              <a:off x="5574859" y="191304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2"/>
            <p:cNvSpPr/>
            <p:nvPr/>
          </p:nvSpPr>
          <p:spPr>
            <a:xfrm>
              <a:off x="5487735" y="21604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3"/>
            <p:cNvSpPr/>
            <p:nvPr/>
          </p:nvSpPr>
          <p:spPr>
            <a:xfrm>
              <a:off x="5362032" y="23400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4"/>
            <p:cNvSpPr/>
            <p:nvPr/>
          </p:nvSpPr>
          <p:spPr>
            <a:xfrm>
              <a:off x="5533055" y="24176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5"/>
            <p:cNvSpPr/>
            <p:nvPr/>
          </p:nvSpPr>
          <p:spPr>
            <a:xfrm>
              <a:off x="5651292" y="26070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6"/>
            <p:cNvSpPr/>
            <p:nvPr/>
          </p:nvSpPr>
          <p:spPr>
            <a:xfrm>
              <a:off x="5683211" y="204621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7"/>
            <p:cNvSpPr/>
            <p:nvPr/>
          </p:nvSpPr>
          <p:spPr>
            <a:xfrm>
              <a:off x="5373721" y="25012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8"/>
            <p:cNvSpPr/>
            <p:nvPr/>
          </p:nvSpPr>
          <p:spPr>
            <a:xfrm>
              <a:off x="5636949" y="24963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69"/>
            <p:cNvSpPr/>
            <p:nvPr/>
          </p:nvSpPr>
          <p:spPr>
            <a:xfrm>
              <a:off x="5543592" y="20692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0"/>
            <p:cNvSpPr/>
            <p:nvPr/>
          </p:nvSpPr>
          <p:spPr>
            <a:xfrm>
              <a:off x="5328042" y="18668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1"/>
            <p:cNvSpPr/>
            <p:nvPr/>
          </p:nvSpPr>
          <p:spPr>
            <a:xfrm>
              <a:off x="5620966" y="24021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2"/>
            <p:cNvSpPr/>
            <p:nvPr/>
          </p:nvSpPr>
          <p:spPr>
            <a:xfrm>
              <a:off x="5443916" y="22660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3"/>
            <p:cNvSpPr/>
            <p:nvPr/>
          </p:nvSpPr>
          <p:spPr>
            <a:xfrm>
              <a:off x="5658589" y="23947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4"/>
            <p:cNvSpPr/>
            <p:nvPr/>
          </p:nvSpPr>
          <p:spPr>
            <a:xfrm>
              <a:off x="5641525" y="26871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5"/>
            <p:cNvSpPr/>
            <p:nvPr/>
          </p:nvSpPr>
          <p:spPr>
            <a:xfrm>
              <a:off x="5610565" y="222062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6"/>
            <p:cNvSpPr/>
            <p:nvPr/>
          </p:nvSpPr>
          <p:spPr>
            <a:xfrm>
              <a:off x="5658577" y="20739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7"/>
            <p:cNvSpPr/>
            <p:nvPr/>
          </p:nvSpPr>
          <p:spPr>
            <a:xfrm>
              <a:off x="5516643" y="24125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8"/>
            <p:cNvSpPr/>
            <p:nvPr/>
          </p:nvSpPr>
          <p:spPr>
            <a:xfrm>
              <a:off x="5472802" y="22738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79"/>
            <p:cNvSpPr/>
            <p:nvPr/>
          </p:nvSpPr>
          <p:spPr>
            <a:xfrm>
              <a:off x="5556505" y="21266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0"/>
            <p:cNvSpPr/>
            <p:nvPr/>
          </p:nvSpPr>
          <p:spPr>
            <a:xfrm>
              <a:off x="5613800" y="21751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1"/>
            <p:cNvSpPr/>
            <p:nvPr/>
          </p:nvSpPr>
          <p:spPr>
            <a:xfrm>
              <a:off x="5561273" y="233873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2"/>
            <p:cNvSpPr/>
            <p:nvPr/>
          </p:nvSpPr>
          <p:spPr>
            <a:xfrm>
              <a:off x="5257344" y="18723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3"/>
            <p:cNvSpPr/>
            <p:nvPr/>
          </p:nvSpPr>
          <p:spPr>
            <a:xfrm>
              <a:off x="5540522" y="15667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4"/>
            <p:cNvSpPr/>
            <p:nvPr/>
          </p:nvSpPr>
          <p:spPr>
            <a:xfrm>
              <a:off x="5564765" y="21745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5"/>
            <p:cNvSpPr/>
            <p:nvPr/>
          </p:nvSpPr>
          <p:spPr>
            <a:xfrm>
              <a:off x="5444250" y="237663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6"/>
            <p:cNvSpPr/>
            <p:nvPr/>
          </p:nvSpPr>
          <p:spPr>
            <a:xfrm>
              <a:off x="5633598" y="22602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7"/>
            <p:cNvSpPr/>
            <p:nvPr/>
          </p:nvSpPr>
          <p:spPr>
            <a:xfrm>
              <a:off x="5434440" y="15959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8"/>
            <p:cNvSpPr/>
            <p:nvPr/>
          </p:nvSpPr>
          <p:spPr>
            <a:xfrm>
              <a:off x="5465592" y="201116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89"/>
            <p:cNvSpPr/>
            <p:nvPr/>
          </p:nvSpPr>
          <p:spPr>
            <a:xfrm>
              <a:off x="5607574" y="17949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0"/>
            <p:cNvSpPr/>
            <p:nvPr/>
          </p:nvSpPr>
          <p:spPr>
            <a:xfrm>
              <a:off x="5464490" y="17942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1"/>
            <p:cNvSpPr/>
            <p:nvPr/>
          </p:nvSpPr>
          <p:spPr>
            <a:xfrm>
              <a:off x="5483562" y="19664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2"/>
            <p:cNvSpPr/>
            <p:nvPr/>
          </p:nvSpPr>
          <p:spPr>
            <a:xfrm>
              <a:off x="5648419" y="237619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3"/>
            <p:cNvSpPr/>
            <p:nvPr/>
          </p:nvSpPr>
          <p:spPr>
            <a:xfrm>
              <a:off x="5611279" y="21679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4"/>
            <p:cNvSpPr/>
            <p:nvPr/>
          </p:nvSpPr>
          <p:spPr>
            <a:xfrm>
              <a:off x="5712137" y="21555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5"/>
            <p:cNvSpPr/>
            <p:nvPr/>
          </p:nvSpPr>
          <p:spPr>
            <a:xfrm>
              <a:off x="5702198" y="211492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6"/>
            <p:cNvSpPr/>
            <p:nvPr/>
          </p:nvSpPr>
          <p:spPr>
            <a:xfrm>
              <a:off x="5703295" y="24269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7"/>
            <p:cNvSpPr/>
            <p:nvPr/>
          </p:nvSpPr>
          <p:spPr>
            <a:xfrm>
              <a:off x="5656379" y="22513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8"/>
            <p:cNvSpPr/>
            <p:nvPr/>
          </p:nvSpPr>
          <p:spPr>
            <a:xfrm>
              <a:off x="5282488" y="23575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899"/>
            <p:cNvSpPr/>
            <p:nvPr/>
          </p:nvSpPr>
          <p:spPr>
            <a:xfrm>
              <a:off x="5471908" y="281954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0"/>
            <p:cNvSpPr/>
            <p:nvPr/>
          </p:nvSpPr>
          <p:spPr>
            <a:xfrm>
              <a:off x="5467855" y="24877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1"/>
            <p:cNvSpPr/>
            <p:nvPr/>
          </p:nvSpPr>
          <p:spPr>
            <a:xfrm>
              <a:off x="5872850" y="20481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2"/>
            <p:cNvSpPr/>
            <p:nvPr/>
          </p:nvSpPr>
          <p:spPr>
            <a:xfrm>
              <a:off x="5758294" y="29021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3"/>
            <p:cNvSpPr/>
            <p:nvPr/>
          </p:nvSpPr>
          <p:spPr>
            <a:xfrm>
              <a:off x="5615104" y="26056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4"/>
            <p:cNvSpPr/>
            <p:nvPr/>
          </p:nvSpPr>
          <p:spPr>
            <a:xfrm>
              <a:off x="5663687" y="23756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5"/>
            <p:cNvSpPr/>
            <p:nvPr/>
          </p:nvSpPr>
          <p:spPr>
            <a:xfrm>
              <a:off x="5688210" y="20691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6"/>
            <p:cNvSpPr/>
            <p:nvPr/>
          </p:nvSpPr>
          <p:spPr>
            <a:xfrm>
              <a:off x="5711486" y="21213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7"/>
            <p:cNvSpPr/>
            <p:nvPr/>
          </p:nvSpPr>
          <p:spPr>
            <a:xfrm>
              <a:off x="5717248" y="21126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8"/>
            <p:cNvSpPr/>
            <p:nvPr/>
          </p:nvSpPr>
          <p:spPr>
            <a:xfrm>
              <a:off x="5407403" y="19364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09"/>
            <p:cNvSpPr/>
            <p:nvPr/>
          </p:nvSpPr>
          <p:spPr>
            <a:xfrm>
              <a:off x="5645317" y="25456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0"/>
            <p:cNvSpPr/>
            <p:nvPr/>
          </p:nvSpPr>
          <p:spPr>
            <a:xfrm>
              <a:off x="5850924" y="16711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1"/>
            <p:cNvSpPr/>
            <p:nvPr/>
          </p:nvSpPr>
          <p:spPr>
            <a:xfrm>
              <a:off x="5673428" y="23771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2"/>
            <p:cNvSpPr/>
            <p:nvPr/>
          </p:nvSpPr>
          <p:spPr>
            <a:xfrm>
              <a:off x="5539639" y="206480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3"/>
            <p:cNvSpPr/>
            <p:nvPr/>
          </p:nvSpPr>
          <p:spPr>
            <a:xfrm>
              <a:off x="5481815" y="25313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4"/>
            <p:cNvSpPr/>
            <p:nvPr/>
          </p:nvSpPr>
          <p:spPr>
            <a:xfrm>
              <a:off x="5641875" y="198061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5"/>
            <p:cNvSpPr/>
            <p:nvPr/>
          </p:nvSpPr>
          <p:spPr>
            <a:xfrm>
              <a:off x="5556689" y="20837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6"/>
            <p:cNvSpPr/>
            <p:nvPr/>
          </p:nvSpPr>
          <p:spPr>
            <a:xfrm>
              <a:off x="5572616" y="19712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7"/>
            <p:cNvSpPr/>
            <p:nvPr/>
          </p:nvSpPr>
          <p:spPr>
            <a:xfrm>
              <a:off x="5612634" y="2276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8"/>
            <p:cNvSpPr/>
            <p:nvPr/>
          </p:nvSpPr>
          <p:spPr>
            <a:xfrm>
              <a:off x="5576777" y="205587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19"/>
            <p:cNvSpPr/>
            <p:nvPr/>
          </p:nvSpPr>
          <p:spPr>
            <a:xfrm>
              <a:off x="5831334" y="22859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0"/>
            <p:cNvSpPr/>
            <p:nvPr/>
          </p:nvSpPr>
          <p:spPr>
            <a:xfrm>
              <a:off x="5643312" y="21102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1"/>
            <p:cNvSpPr/>
            <p:nvPr/>
          </p:nvSpPr>
          <p:spPr>
            <a:xfrm>
              <a:off x="6383778" y="18210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2"/>
            <p:cNvSpPr/>
            <p:nvPr/>
          </p:nvSpPr>
          <p:spPr>
            <a:xfrm>
              <a:off x="4643449" y="24975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3"/>
            <p:cNvSpPr/>
            <p:nvPr/>
          </p:nvSpPr>
          <p:spPr>
            <a:xfrm>
              <a:off x="5809760" y="219423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4"/>
            <p:cNvSpPr/>
            <p:nvPr/>
          </p:nvSpPr>
          <p:spPr>
            <a:xfrm>
              <a:off x="5883639" y="22330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5"/>
            <p:cNvSpPr/>
            <p:nvPr/>
          </p:nvSpPr>
          <p:spPr>
            <a:xfrm>
              <a:off x="5556275" y="21341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6"/>
            <p:cNvSpPr/>
            <p:nvPr/>
          </p:nvSpPr>
          <p:spPr>
            <a:xfrm>
              <a:off x="5607639" y="20710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7"/>
            <p:cNvSpPr/>
            <p:nvPr/>
          </p:nvSpPr>
          <p:spPr>
            <a:xfrm>
              <a:off x="5668856" y="22326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8"/>
            <p:cNvSpPr/>
            <p:nvPr/>
          </p:nvSpPr>
          <p:spPr>
            <a:xfrm>
              <a:off x="5536061" y="251873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29"/>
            <p:cNvSpPr/>
            <p:nvPr/>
          </p:nvSpPr>
          <p:spPr>
            <a:xfrm>
              <a:off x="5654539" y="22567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0"/>
            <p:cNvSpPr/>
            <p:nvPr/>
          </p:nvSpPr>
          <p:spPr>
            <a:xfrm>
              <a:off x="5553425" y="22813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1"/>
            <p:cNvSpPr/>
            <p:nvPr/>
          </p:nvSpPr>
          <p:spPr>
            <a:xfrm>
              <a:off x="5635338" y="20306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2"/>
            <p:cNvSpPr/>
            <p:nvPr/>
          </p:nvSpPr>
          <p:spPr>
            <a:xfrm>
              <a:off x="5503138" y="209134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3"/>
            <p:cNvSpPr/>
            <p:nvPr/>
          </p:nvSpPr>
          <p:spPr>
            <a:xfrm>
              <a:off x="5628813" y="182047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4"/>
            <p:cNvSpPr/>
            <p:nvPr/>
          </p:nvSpPr>
          <p:spPr>
            <a:xfrm>
              <a:off x="5600055" y="21607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5"/>
            <p:cNvSpPr/>
            <p:nvPr/>
          </p:nvSpPr>
          <p:spPr>
            <a:xfrm>
              <a:off x="5528444" y="221378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6"/>
            <p:cNvSpPr/>
            <p:nvPr/>
          </p:nvSpPr>
          <p:spPr>
            <a:xfrm>
              <a:off x="5541630" y="19849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7"/>
            <p:cNvSpPr/>
            <p:nvPr/>
          </p:nvSpPr>
          <p:spPr>
            <a:xfrm>
              <a:off x="5608758" y="208012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8"/>
            <p:cNvSpPr/>
            <p:nvPr/>
          </p:nvSpPr>
          <p:spPr>
            <a:xfrm>
              <a:off x="5629607" y="22576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39"/>
            <p:cNvSpPr/>
            <p:nvPr/>
          </p:nvSpPr>
          <p:spPr>
            <a:xfrm>
              <a:off x="5573594" y="251236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0"/>
            <p:cNvSpPr/>
            <p:nvPr/>
          </p:nvSpPr>
          <p:spPr>
            <a:xfrm>
              <a:off x="5579764" y="2142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1"/>
            <p:cNvSpPr/>
            <p:nvPr/>
          </p:nvSpPr>
          <p:spPr>
            <a:xfrm>
              <a:off x="5534480" y="21240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2"/>
            <p:cNvSpPr/>
            <p:nvPr/>
          </p:nvSpPr>
          <p:spPr>
            <a:xfrm>
              <a:off x="5850114" y="17755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3"/>
            <p:cNvSpPr/>
            <p:nvPr/>
          </p:nvSpPr>
          <p:spPr>
            <a:xfrm>
              <a:off x="5527555" y="21324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4"/>
            <p:cNvSpPr/>
            <p:nvPr/>
          </p:nvSpPr>
          <p:spPr>
            <a:xfrm>
              <a:off x="6255909" y="205401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5"/>
            <p:cNvSpPr/>
            <p:nvPr/>
          </p:nvSpPr>
          <p:spPr>
            <a:xfrm>
              <a:off x="5561164" y="21718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6"/>
            <p:cNvSpPr/>
            <p:nvPr/>
          </p:nvSpPr>
          <p:spPr>
            <a:xfrm>
              <a:off x="5563754" y="20892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7"/>
            <p:cNvSpPr/>
            <p:nvPr/>
          </p:nvSpPr>
          <p:spPr>
            <a:xfrm>
              <a:off x="5419071" y="224478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8"/>
            <p:cNvSpPr/>
            <p:nvPr/>
          </p:nvSpPr>
          <p:spPr>
            <a:xfrm>
              <a:off x="5586699" y="23471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49"/>
            <p:cNvSpPr/>
            <p:nvPr/>
          </p:nvSpPr>
          <p:spPr>
            <a:xfrm>
              <a:off x="5618163" y="24067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0"/>
            <p:cNvSpPr/>
            <p:nvPr/>
          </p:nvSpPr>
          <p:spPr>
            <a:xfrm>
              <a:off x="5664499" y="22845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1"/>
            <p:cNvSpPr/>
            <p:nvPr/>
          </p:nvSpPr>
          <p:spPr>
            <a:xfrm>
              <a:off x="5796794" y="21088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2"/>
            <p:cNvSpPr/>
            <p:nvPr/>
          </p:nvSpPr>
          <p:spPr>
            <a:xfrm>
              <a:off x="5672270" y="24419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3"/>
            <p:cNvSpPr/>
            <p:nvPr/>
          </p:nvSpPr>
          <p:spPr>
            <a:xfrm>
              <a:off x="5613250" y="21431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4"/>
            <p:cNvSpPr/>
            <p:nvPr/>
          </p:nvSpPr>
          <p:spPr>
            <a:xfrm>
              <a:off x="5528460" y="202189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5"/>
            <p:cNvSpPr/>
            <p:nvPr/>
          </p:nvSpPr>
          <p:spPr>
            <a:xfrm>
              <a:off x="5648748" y="20643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6"/>
            <p:cNvSpPr/>
            <p:nvPr/>
          </p:nvSpPr>
          <p:spPr>
            <a:xfrm>
              <a:off x="5592351" y="143070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7"/>
            <p:cNvSpPr/>
            <p:nvPr/>
          </p:nvSpPr>
          <p:spPr>
            <a:xfrm>
              <a:off x="5576690" y="24242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8"/>
            <p:cNvSpPr/>
            <p:nvPr/>
          </p:nvSpPr>
          <p:spPr>
            <a:xfrm>
              <a:off x="5554319" y="21270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59"/>
            <p:cNvSpPr/>
            <p:nvPr/>
          </p:nvSpPr>
          <p:spPr>
            <a:xfrm>
              <a:off x="5582213" y="22614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0"/>
            <p:cNvSpPr/>
            <p:nvPr/>
          </p:nvSpPr>
          <p:spPr>
            <a:xfrm>
              <a:off x="5559168" y="21101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1"/>
            <p:cNvSpPr/>
            <p:nvPr/>
          </p:nvSpPr>
          <p:spPr>
            <a:xfrm>
              <a:off x="5574153" y="22237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2"/>
            <p:cNvSpPr/>
            <p:nvPr/>
          </p:nvSpPr>
          <p:spPr>
            <a:xfrm>
              <a:off x="5527841" y="23396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3"/>
            <p:cNvSpPr/>
            <p:nvPr/>
          </p:nvSpPr>
          <p:spPr>
            <a:xfrm>
              <a:off x="5706995" y="23762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4"/>
            <p:cNvSpPr/>
            <p:nvPr/>
          </p:nvSpPr>
          <p:spPr>
            <a:xfrm>
              <a:off x="5421201" y="22363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5"/>
            <p:cNvSpPr/>
            <p:nvPr/>
          </p:nvSpPr>
          <p:spPr>
            <a:xfrm>
              <a:off x="5488279" y="23929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6"/>
            <p:cNvSpPr/>
            <p:nvPr/>
          </p:nvSpPr>
          <p:spPr>
            <a:xfrm>
              <a:off x="5411965" y="27109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7"/>
            <p:cNvSpPr/>
            <p:nvPr/>
          </p:nvSpPr>
          <p:spPr>
            <a:xfrm>
              <a:off x="5409421" y="28026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8"/>
            <p:cNvSpPr/>
            <p:nvPr/>
          </p:nvSpPr>
          <p:spPr>
            <a:xfrm>
              <a:off x="5410072" y="22685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69"/>
            <p:cNvSpPr/>
            <p:nvPr/>
          </p:nvSpPr>
          <p:spPr>
            <a:xfrm>
              <a:off x="5750017" y="2174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0"/>
            <p:cNvSpPr/>
            <p:nvPr/>
          </p:nvSpPr>
          <p:spPr>
            <a:xfrm>
              <a:off x="5426246" y="22190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1"/>
            <p:cNvSpPr/>
            <p:nvPr/>
          </p:nvSpPr>
          <p:spPr>
            <a:xfrm>
              <a:off x="5401277" y="27938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2"/>
            <p:cNvSpPr/>
            <p:nvPr/>
          </p:nvSpPr>
          <p:spPr>
            <a:xfrm>
              <a:off x="5423595" y="25830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3"/>
            <p:cNvSpPr/>
            <p:nvPr/>
          </p:nvSpPr>
          <p:spPr>
            <a:xfrm>
              <a:off x="5581280" y="23847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4"/>
            <p:cNvSpPr/>
            <p:nvPr/>
          </p:nvSpPr>
          <p:spPr>
            <a:xfrm>
              <a:off x="5517053" y="24825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5"/>
            <p:cNvSpPr/>
            <p:nvPr/>
          </p:nvSpPr>
          <p:spPr>
            <a:xfrm>
              <a:off x="5539119" y="26370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6"/>
            <p:cNvSpPr/>
            <p:nvPr/>
          </p:nvSpPr>
          <p:spPr>
            <a:xfrm>
              <a:off x="5491318" y="21938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7"/>
            <p:cNvSpPr/>
            <p:nvPr/>
          </p:nvSpPr>
          <p:spPr>
            <a:xfrm>
              <a:off x="5597946" y="222551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8"/>
            <p:cNvSpPr/>
            <p:nvPr/>
          </p:nvSpPr>
          <p:spPr>
            <a:xfrm>
              <a:off x="5389977" y="28807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79"/>
            <p:cNvSpPr/>
            <p:nvPr/>
          </p:nvSpPr>
          <p:spPr>
            <a:xfrm>
              <a:off x="5627726" y="25837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0"/>
            <p:cNvSpPr/>
            <p:nvPr/>
          </p:nvSpPr>
          <p:spPr>
            <a:xfrm>
              <a:off x="5750441" y="25270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1"/>
            <p:cNvSpPr/>
            <p:nvPr/>
          </p:nvSpPr>
          <p:spPr>
            <a:xfrm>
              <a:off x="5691974" y="23637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2"/>
            <p:cNvSpPr/>
            <p:nvPr/>
          </p:nvSpPr>
          <p:spPr>
            <a:xfrm>
              <a:off x="5618722" y="27935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3"/>
            <p:cNvSpPr/>
            <p:nvPr/>
          </p:nvSpPr>
          <p:spPr>
            <a:xfrm>
              <a:off x="5616514" y="29546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4"/>
            <p:cNvSpPr/>
            <p:nvPr/>
          </p:nvSpPr>
          <p:spPr>
            <a:xfrm>
              <a:off x="5565839" y="22956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5"/>
            <p:cNvSpPr/>
            <p:nvPr/>
          </p:nvSpPr>
          <p:spPr>
            <a:xfrm>
              <a:off x="5627428" y="28797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6"/>
            <p:cNvSpPr/>
            <p:nvPr/>
          </p:nvSpPr>
          <p:spPr>
            <a:xfrm>
              <a:off x="5577245" y="23908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7"/>
            <p:cNvSpPr/>
            <p:nvPr/>
          </p:nvSpPr>
          <p:spPr>
            <a:xfrm>
              <a:off x="5551788" y="30069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8"/>
            <p:cNvSpPr/>
            <p:nvPr/>
          </p:nvSpPr>
          <p:spPr>
            <a:xfrm>
              <a:off x="5565738" y="24225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89"/>
            <p:cNvSpPr/>
            <p:nvPr/>
          </p:nvSpPr>
          <p:spPr>
            <a:xfrm>
              <a:off x="5649128" y="27846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0"/>
            <p:cNvSpPr/>
            <p:nvPr/>
          </p:nvSpPr>
          <p:spPr>
            <a:xfrm>
              <a:off x="5535536" y="23127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1"/>
            <p:cNvSpPr/>
            <p:nvPr/>
          </p:nvSpPr>
          <p:spPr>
            <a:xfrm>
              <a:off x="5591483" y="26611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2"/>
            <p:cNvSpPr/>
            <p:nvPr/>
          </p:nvSpPr>
          <p:spPr>
            <a:xfrm>
              <a:off x="5611157" y="25205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3"/>
            <p:cNvSpPr/>
            <p:nvPr/>
          </p:nvSpPr>
          <p:spPr>
            <a:xfrm>
              <a:off x="5618992" y="23665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4"/>
            <p:cNvSpPr/>
            <p:nvPr/>
          </p:nvSpPr>
          <p:spPr>
            <a:xfrm>
              <a:off x="5514537" y="28648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5"/>
            <p:cNvSpPr/>
            <p:nvPr/>
          </p:nvSpPr>
          <p:spPr>
            <a:xfrm>
              <a:off x="5501650" y="24388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6"/>
            <p:cNvSpPr/>
            <p:nvPr/>
          </p:nvSpPr>
          <p:spPr>
            <a:xfrm>
              <a:off x="5675376" y="28369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7"/>
            <p:cNvSpPr/>
            <p:nvPr/>
          </p:nvSpPr>
          <p:spPr>
            <a:xfrm>
              <a:off x="5503049" y="23393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8"/>
            <p:cNvSpPr/>
            <p:nvPr/>
          </p:nvSpPr>
          <p:spPr>
            <a:xfrm>
              <a:off x="5469284" y="23293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2999"/>
            <p:cNvSpPr/>
            <p:nvPr/>
          </p:nvSpPr>
          <p:spPr>
            <a:xfrm>
              <a:off x="5528322" y="2386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0"/>
            <p:cNvSpPr/>
            <p:nvPr/>
          </p:nvSpPr>
          <p:spPr>
            <a:xfrm>
              <a:off x="5474951" y="272393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1"/>
            <p:cNvSpPr/>
            <p:nvPr/>
          </p:nvSpPr>
          <p:spPr>
            <a:xfrm>
              <a:off x="5520948" y="21201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2"/>
            <p:cNvSpPr/>
            <p:nvPr/>
          </p:nvSpPr>
          <p:spPr>
            <a:xfrm>
              <a:off x="5461863" y="22595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3"/>
            <p:cNvSpPr/>
            <p:nvPr/>
          </p:nvSpPr>
          <p:spPr>
            <a:xfrm>
              <a:off x="5814299" y="18620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4"/>
            <p:cNvSpPr/>
            <p:nvPr/>
          </p:nvSpPr>
          <p:spPr>
            <a:xfrm>
              <a:off x="5573141" y="20677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5"/>
            <p:cNvSpPr/>
            <p:nvPr/>
          </p:nvSpPr>
          <p:spPr>
            <a:xfrm>
              <a:off x="5430370" y="21712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6"/>
            <p:cNvSpPr/>
            <p:nvPr/>
          </p:nvSpPr>
          <p:spPr>
            <a:xfrm>
              <a:off x="5492134" y="23593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7"/>
            <p:cNvSpPr/>
            <p:nvPr/>
          </p:nvSpPr>
          <p:spPr>
            <a:xfrm>
              <a:off x="5493837" y="22105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8"/>
            <p:cNvSpPr/>
            <p:nvPr/>
          </p:nvSpPr>
          <p:spPr>
            <a:xfrm>
              <a:off x="5587873" y="22107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09"/>
            <p:cNvSpPr/>
            <p:nvPr/>
          </p:nvSpPr>
          <p:spPr>
            <a:xfrm>
              <a:off x="5443287" y="24024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0"/>
            <p:cNvSpPr/>
            <p:nvPr/>
          </p:nvSpPr>
          <p:spPr>
            <a:xfrm>
              <a:off x="5658433" y="20736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1"/>
            <p:cNvSpPr/>
            <p:nvPr/>
          </p:nvSpPr>
          <p:spPr>
            <a:xfrm>
              <a:off x="5498483" y="23347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2"/>
            <p:cNvSpPr/>
            <p:nvPr/>
          </p:nvSpPr>
          <p:spPr>
            <a:xfrm>
              <a:off x="5405562" y="2043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3"/>
            <p:cNvSpPr/>
            <p:nvPr/>
          </p:nvSpPr>
          <p:spPr>
            <a:xfrm>
              <a:off x="5576072" y="22983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4"/>
            <p:cNvSpPr/>
            <p:nvPr/>
          </p:nvSpPr>
          <p:spPr>
            <a:xfrm>
              <a:off x="5530053" y="21635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5"/>
            <p:cNvSpPr/>
            <p:nvPr/>
          </p:nvSpPr>
          <p:spPr>
            <a:xfrm>
              <a:off x="5477467" y="22689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6"/>
            <p:cNvSpPr/>
            <p:nvPr/>
          </p:nvSpPr>
          <p:spPr>
            <a:xfrm>
              <a:off x="5504866" y="23369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7"/>
            <p:cNvSpPr/>
            <p:nvPr/>
          </p:nvSpPr>
          <p:spPr>
            <a:xfrm>
              <a:off x="5518874" y="20398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8"/>
            <p:cNvSpPr/>
            <p:nvPr/>
          </p:nvSpPr>
          <p:spPr>
            <a:xfrm>
              <a:off x="5414593" y="21920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19"/>
            <p:cNvSpPr/>
            <p:nvPr/>
          </p:nvSpPr>
          <p:spPr>
            <a:xfrm>
              <a:off x="5710961" y="178347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0"/>
            <p:cNvSpPr/>
            <p:nvPr/>
          </p:nvSpPr>
          <p:spPr>
            <a:xfrm>
              <a:off x="5477003" y="20404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1"/>
            <p:cNvSpPr/>
            <p:nvPr/>
          </p:nvSpPr>
          <p:spPr>
            <a:xfrm>
              <a:off x="5470463" y="208756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2"/>
            <p:cNvSpPr/>
            <p:nvPr/>
          </p:nvSpPr>
          <p:spPr>
            <a:xfrm>
              <a:off x="5499996" y="23772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3"/>
            <p:cNvSpPr/>
            <p:nvPr/>
          </p:nvSpPr>
          <p:spPr>
            <a:xfrm>
              <a:off x="5299063" y="26390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4"/>
            <p:cNvSpPr/>
            <p:nvPr/>
          </p:nvSpPr>
          <p:spPr>
            <a:xfrm>
              <a:off x="5534370" y="23160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5"/>
            <p:cNvSpPr/>
            <p:nvPr/>
          </p:nvSpPr>
          <p:spPr>
            <a:xfrm>
              <a:off x="5432961" y="219359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6"/>
            <p:cNvSpPr/>
            <p:nvPr/>
          </p:nvSpPr>
          <p:spPr>
            <a:xfrm>
              <a:off x="5620019" y="25889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7"/>
            <p:cNvSpPr/>
            <p:nvPr/>
          </p:nvSpPr>
          <p:spPr>
            <a:xfrm>
              <a:off x="5466226" y="267255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8"/>
            <p:cNvSpPr/>
            <p:nvPr/>
          </p:nvSpPr>
          <p:spPr>
            <a:xfrm>
              <a:off x="5644743" y="26465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29"/>
            <p:cNvSpPr/>
            <p:nvPr/>
          </p:nvSpPr>
          <p:spPr>
            <a:xfrm>
              <a:off x="5580804" y="24894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0"/>
            <p:cNvSpPr/>
            <p:nvPr/>
          </p:nvSpPr>
          <p:spPr>
            <a:xfrm>
              <a:off x="5732803" y="244673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1"/>
            <p:cNvSpPr/>
            <p:nvPr/>
          </p:nvSpPr>
          <p:spPr>
            <a:xfrm>
              <a:off x="5467761" y="26704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2"/>
            <p:cNvSpPr/>
            <p:nvPr/>
          </p:nvSpPr>
          <p:spPr>
            <a:xfrm>
              <a:off x="5531066" y="23990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3"/>
            <p:cNvSpPr/>
            <p:nvPr/>
          </p:nvSpPr>
          <p:spPr>
            <a:xfrm>
              <a:off x="5603534" y="21897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4"/>
            <p:cNvSpPr/>
            <p:nvPr/>
          </p:nvSpPr>
          <p:spPr>
            <a:xfrm>
              <a:off x="5582799" y="2467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5"/>
            <p:cNvSpPr/>
            <p:nvPr/>
          </p:nvSpPr>
          <p:spPr>
            <a:xfrm>
              <a:off x="5705409" y="22615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6"/>
            <p:cNvSpPr/>
            <p:nvPr/>
          </p:nvSpPr>
          <p:spPr>
            <a:xfrm>
              <a:off x="5481572" y="20222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7"/>
            <p:cNvSpPr/>
            <p:nvPr/>
          </p:nvSpPr>
          <p:spPr>
            <a:xfrm>
              <a:off x="5534688" y="25956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8"/>
            <p:cNvSpPr/>
            <p:nvPr/>
          </p:nvSpPr>
          <p:spPr>
            <a:xfrm>
              <a:off x="5591635" y="24053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39"/>
            <p:cNvSpPr/>
            <p:nvPr/>
          </p:nvSpPr>
          <p:spPr>
            <a:xfrm>
              <a:off x="5458548" y="20285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0"/>
            <p:cNvSpPr/>
            <p:nvPr/>
          </p:nvSpPr>
          <p:spPr>
            <a:xfrm>
              <a:off x="5506206" y="22534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1"/>
            <p:cNvSpPr/>
            <p:nvPr/>
          </p:nvSpPr>
          <p:spPr>
            <a:xfrm>
              <a:off x="5452269" y="25658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2"/>
            <p:cNvSpPr/>
            <p:nvPr/>
          </p:nvSpPr>
          <p:spPr>
            <a:xfrm>
              <a:off x="5497293" y="24407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3"/>
            <p:cNvSpPr/>
            <p:nvPr/>
          </p:nvSpPr>
          <p:spPr>
            <a:xfrm>
              <a:off x="5374219" y="23743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4"/>
            <p:cNvSpPr/>
            <p:nvPr/>
          </p:nvSpPr>
          <p:spPr>
            <a:xfrm>
              <a:off x="5599036" y="29116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5"/>
            <p:cNvSpPr/>
            <p:nvPr/>
          </p:nvSpPr>
          <p:spPr>
            <a:xfrm>
              <a:off x="5548265" y="24495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6"/>
            <p:cNvSpPr/>
            <p:nvPr/>
          </p:nvSpPr>
          <p:spPr>
            <a:xfrm>
              <a:off x="5474748" y="253678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7"/>
            <p:cNvSpPr/>
            <p:nvPr/>
          </p:nvSpPr>
          <p:spPr>
            <a:xfrm>
              <a:off x="5542511" y="21980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8"/>
            <p:cNvSpPr/>
            <p:nvPr/>
          </p:nvSpPr>
          <p:spPr>
            <a:xfrm>
              <a:off x="5434100" y="26057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49"/>
            <p:cNvSpPr/>
            <p:nvPr/>
          </p:nvSpPr>
          <p:spPr>
            <a:xfrm>
              <a:off x="5414976" y="23224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0"/>
            <p:cNvSpPr/>
            <p:nvPr/>
          </p:nvSpPr>
          <p:spPr>
            <a:xfrm>
              <a:off x="5485666" y="24010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1"/>
            <p:cNvSpPr/>
            <p:nvPr/>
          </p:nvSpPr>
          <p:spPr>
            <a:xfrm>
              <a:off x="5432320" y="25282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2"/>
            <p:cNvSpPr/>
            <p:nvPr/>
          </p:nvSpPr>
          <p:spPr>
            <a:xfrm>
              <a:off x="5479789" y="22361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3"/>
            <p:cNvSpPr/>
            <p:nvPr/>
          </p:nvSpPr>
          <p:spPr>
            <a:xfrm>
              <a:off x="5478520" y="22141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4"/>
            <p:cNvSpPr/>
            <p:nvPr/>
          </p:nvSpPr>
          <p:spPr>
            <a:xfrm>
              <a:off x="5467466" y="21327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5"/>
            <p:cNvSpPr/>
            <p:nvPr/>
          </p:nvSpPr>
          <p:spPr>
            <a:xfrm>
              <a:off x="5463589" y="21817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6"/>
            <p:cNvSpPr/>
            <p:nvPr/>
          </p:nvSpPr>
          <p:spPr>
            <a:xfrm>
              <a:off x="5411688" y="15973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7"/>
            <p:cNvSpPr/>
            <p:nvPr/>
          </p:nvSpPr>
          <p:spPr>
            <a:xfrm>
              <a:off x="5668234" y="25558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8"/>
            <p:cNvSpPr/>
            <p:nvPr/>
          </p:nvSpPr>
          <p:spPr>
            <a:xfrm>
              <a:off x="5483419" y="259232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59"/>
            <p:cNvSpPr/>
            <p:nvPr/>
          </p:nvSpPr>
          <p:spPr>
            <a:xfrm>
              <a:off x="5592105" y="205615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0"/>
            <p:cNvSpPr/>
            <p:nvPr/>
          </p:nvSpPr>
          <p:spPr>
            <a:xfrm>
              <a:off x="5547252" y="24453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1"/>
            <p:cNvSpPr/>
            <p:nvPr/>
          </p:nvSpPr>
          <p:spPr>
            <a:xfrm>
              <a:off x="4584709" y="23132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2"/>
            <p:cNvSpPr/>
            <p:nvPr/>
          </p:nvSpPr>
          <p:spPr>
            <a:xfrm>
              <a:off x="4502745" y="28498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3"/>
            <p:cNvSpPr/>
            <p:nvPr/>
          </p:nvSpPr>
          <p:spPr>
            <a:xfrm>
              <a:off x="5618727" y="26642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4"/>
            <p:cNvSpPr/>
            <p:nvPr/>
          </p:nvSpPr>
          <p:spPr>
            <a:xfrm>
              <a:off x="4604950" y="274665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5"/>
            <p:cNvSpPr/>
            <p:nvPr/>
          </p:nvSpPr>
          <p:spPr>
            <a:xfrm>
              <a:off x="5553001" y="21847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6"/>
            <p:cNvSpPr/>
            <p:nvPr/>
          </p:nvSpPr>
          <p:spPr>
            <a:xfrm>
              <a:off x="5612862" y="24130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7"/>
            <p:cNvSpPr/>
            <p:nvPr/>
          </p:nvSpPr>
          <p:spPr>
            <a:xfrm>
              <a:off x="5630313" y="22725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8"/>
            <p:cNvSpPr/>
            <p:nvPr/>
          </p:nvSpPr>
          <p:spPr>
            <a:xfrm>
              <a:off x="5627743" y="24663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69"/>
            <p:cNvSpPr/>
            <p:nvPr/>
          </p:nvSpPr>
          <p:spPr>
            <a:xfrm>
              <a:off x="5685198" y="20449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0"/>
            <p:cNvSpPr/>
            <p:nvPr/>
          </p:nvSpPr>
          <p:spPr>
            <a:xfrm>
              <a:off x="5605986" y="19962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1"/>
            <p:cNvSpPr/>
            <p:nvPr/>
          </p:nvSpPr>
          <p:spPr>
            <a:xfrm>
              <a:off x="5675984" y="211900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2"/>
            <p:cNvSpPr/>
            <p:nvPr/>
          </p:nvSpPr>
          <p:spPr>
            <a:xfrm>
              <a:off x="5555631" y="19986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3"/>
            <p:cNvSpPr/>
            <p:nvPr/>
          </p:nvSpPr>
          <p:spPr>
            <a:xfrm>
              <a:off x="5714190" y="23343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4"/>
            <p:cNvSpPr/>
            <p:nvPr/>
          </p:nvSpPr>
          <p:spPr>
            <a:xfrm>
              <a:off x="5522468" y="286125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5"/>
            <p:cNvSpPr/>
            <p:nvPr/>
          </p:nvSpPr>
          <p:spPr>
            <a:xfrm>
              <a:off x="5528218" y="27596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6"/>
            <p:cNvSpPr/>
            <p:nvPr/>
          </p:nvSpPr>
          <p:spPr>
            <a:xfrm>
              <a:off x="5637195" y="23181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7"/>
            <p:cNvSpPr/>
            <p:nvPr/>
          </p:nvSpPr>
          <p:spPr>
            <a:xfrm>
              <a:off x="5607098" y="24678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8"/>
            <p:cNvSpPr/>
            <p:nvPr/>
          </p:nvSpPr>
          <p:spPr>
            <a:xfrm>
              <a:off x="5550605" y="253282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79"/>
            <p:cNvSpPr/>
            <p:nvPr/>
          </p:nvSpPr>
          <p:spPr>
            <a:xfrm>
              <a:off x="5575252" y="23824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0"/>
            <p:cNvSpPr/>
            <p:nvPr/>
          </p:nvSpPr>
          <p:spPr>
            <a:xfrm>
              <a:off x="5493163" y="22416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1"/>
            <p:cNvSpPr/>
            <p:nvPr/>
          </p:nvSpPr>
          <p:spPr>
            <a:xfrm>
              <a:off x="5725970" y="27193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2"/>
            <p:cNvSpPr/>
            <p:nvPr/>
          </p:nvSpPr>
          <p:spPr>
            <a:xfrm>
              <a:off x="5558711" y="21979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3"/>
            <p:cNvSpPr/>
            <p:nvPr/>
          </p:nvSpPr>
          <p:spPr>
            <a:xfrm>
              <a:off x="5771822" y="28153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4"/>
            <p:cNvSpPr/>
            <p:nvPr/>
          </p:nvSpPr>
          <p:spPr>
            <a:xfrm>
              <a:off x="5594501" y="25201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5"/>
            <p:cNvSpPr/>
            <p:nvPr/>
          </p:nvSpPr>
          <p:spPr>
            <a:xfrm>
              <a:off x="5527876" y="20768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6"/>
            <p:cNvSpPr/>
            <p:nvPr/>
          </p:nvSpPr>
          <p:spPr>
            <a:xfrm>
              <a:off x="5664026" y="23451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7"/>
            <p:cNvSpPr/>
            <p:nvPr/>
          </p:nvSpPr>
          <p:spPr>
            <a:xfrm>
              <a:off x="5581724" y="24769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8"/>
            <p:cNvSpPr/>
            <p:nvPr/>
          </p:nvSpPr>
          <p:spPr>
            <a:xfrm>
              <a:off x="5501004" y="25009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89"/>
            <p:cNvSpPr/>
            <p:nvPr/>
          </p:nvSpPr>
          <p:spPr>
            <a:xfrm>
              <a:off x="5628415" y="26107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0"/>
            <p:cNvSpPr/>
            <p:nvPr/>
          </p:nvSpPr>
          <p:spPr>
            <a:xfrm>
              <a:off x="5620128" y="22188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1"/>
            <p:cNvSpPr/>
            <p:nvPr/>
          </p:nvSpPr>
          <p:spPr>
            <a:xfrm>
              <a:off x="5628616" y="18490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2"/>
            <p:cNvSpPr/>
            <p:nvPr/>
          </p:nvSpPr>
          <p:spPr>
            <a:xfrm>
              <a:off x="5643597" y="21653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3"/>
            <p:cNvSpPr/>
            <p:nvPr/>
          </p:nvSpPr>
          <p:spPr>
            <a:xfrm>
              <a:off x="5820573" y="2310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4"/>
            <p:cNvSpPr/>
            <p:nvPr/>
          </p:nvSpPr>
          <p:spPr>
            <a:xfrm>
              <a:off x="5644568" y="24847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5"/>
            <p:cNvSpPr/>
            <p:nvPr/>
          </p:nvSpPr>
          <p:spPr>
            <a:xfrm>
              <a:off x="5564620" y="23545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6"/>
            <p:cNvSpPr/>
            <p:nvPr/>
          </p:nvSpPr>
          <p:spPr>
            <a:xfrm>
              <a:off x="5671670" y="25726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7"/>
            <p:cNvSpPr/>
            <p:nvPr/>
          </p:nvSpPr>
          <p:spPr>
            <a:xfrm>
              <a:off x="5631393" y="2764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8"/>
            <p:cNvSpPr/>
            <p:nvPr/>
          </p:nvSpPr>
          <p:spPr>
            <a:xfrm>
              <a:off x="5697776" y="212205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099"/>
            <p:cNvSpPr/>
            <p:nvPr/>
          </p:nvSpPr>
          <p:spPr>
            <a:xfrm>
              <a:off x="5592686" y="285762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0"/>
            <p:cNvSpPr/>
            <p:nvPr/>
          </p:nvSpPr>
          <p:spPr>
            <a:xfrm>
              <a:off x="5593756" y="250410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1"/>
            <p:cNvSpPr/>
            <p:nvPr/>
          </p:nvSpPr>
          <p:spPr>
            <a:xfrm>
              <a:off x="5641687" y="26077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2"/>
            <p:cNvSpPr/>
            <p:nvPr/>
          </p:nvSpPr>
          <p:spPr>
            <a:xfrm>
              <a:off x="5667640" y="22721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3"/>
            <p:cNvSpPr/>
            <p:nvPr/>
          </p:nvSpPr>
          <p:spPr>
            <a:xfrm>
              <a:off x="5572040" y="2246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4"/>
            <p:cNvSpPr/>
            <p:nvPr/>
          </p:nvSpPr>
          <p:spPr>
            <a:xfrm>
              <a:off x="5644041" y="25793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5"/>
            <p:cNvSpPr/>
            <p:nvPr/>
          </p:nvSpPr>
          <p:spPr>
            <a:xfrm>
              <a:off x="5479852" y="22714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6"/>
            <p:cNvSpPr/>
            <p:nvPr/>
          </p:nvSpPr>
          <p:spPr>
            <a:xfrm>
              <a:off x="5818633" y="16789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7"/>
            <p:cNvSpPr/>
            <p:nvPr/>
          </p:nvSpPr>
          <p:spPr>
            <a:xfrm>
              <a:off x="5611034" y="23903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8"/>
            <p:cNvSpPr/>
            <p:nvPr/>
          </p:nvSpPr>
          <p:spPr>
            <a:xfrm>
              <a:off x="5611822" y="26925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09"/>
            <p:cNvSpPr/>
            <p:nvPr/>
          </p:nvSpPr>
          <p:spPr>
            <a:xfrm>
              <a:off x="5476622" y="20902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0"/>
            <p:cNvSpPr/>
            <p:nvPr/>
          </p:nvSpPr>
          <p:spPr>
            <a:xfrm>
              <a:off x="5660350" y="21193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1"/>
            <p:cNvSpPr/>
            <p:nvPr/>
          </p:nvSpPr>
          <p:spPr>
            <a:xfrm>
              <a:off x="5541960" y="24328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2"/>
            <p:cNvSpPr/>
            <p:nvPr/>
          </p:nvSpPr>
          <p:spPr>
            <a:xfrm>
              <a:off x="5596169" y="22769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3"/>
            <p:cNvSpPr/>
            <p:nvPr/>
          </p:nvSpPr>
          <p:spPr>
            <a:xfrm>
              <a:off x="5584712" y="251830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4"/>
            <p:cNvSpPr/>
            <p:nvPr/>
          </p:nvSpPr>
          <p:spPr>
            <a:xfrm>
              <a:off x="5437737" y="20724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5"/>
            <p:cNvSpPr/>
            <p:nvPr/>
          </p:nvSpPr>
          <p:spPr>
            <a:xfrm>
              <a:off x="5631552" y="21782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6"/>
            <p:cNvSpPr/>
            <p:nvPr/>
          </p:nvSpPr>
          <p:spPr>
            <a:xfrm>
              <a:off x="5712057" y="24951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7"/>
            <p:cNvSpPr/>
            <p:nvPr/>
          </p:nvSpPr>
          <p:spPr>
            <a:xfrm>
              <a:off x="5702301" y="25796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8"/>
            <p:cNvSpPr/>
            <p:nvPr/>
          </p:nvSpPr>
          <p:spPr>
            <a:xfrm>
              <a:off x="5505544" y="22334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19"/>
            <p:cNvSpPr/>
            <p:nvPr/>
          </p:nvSpPr>
          <p:spPr>
            <a:xfrm>
              <a:off x="5644863" y="237758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0"/>
            <p:cNvSpPr/>
            <p:nvPr/>
          </p:nvSpPr>
          <p:spPr>
            <a:xfrm>
              <a:off x="5631393" y="24695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1"/>
            <p:cNvSpPr/>
            <p:nvPr/>
          </p:nvSpPr>
          <p:spPr>
            <a:xfrm>
              <a:off x="5672236" y="224827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2"/>
            <p:cNvSpPr/>
            <p:nvPr/>
          </p:nvSpPr>
          <p:spPr>
            <a:xfrm>
              <a:off x="5602085" y="21231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3"/>
            <p:cNvSpPr/>
            <p:nvPr/>
          </p:nvSpPr>
          <p:spPr>
            <a:xfrm>
              <a:off x="5548121" y="23637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4"/>
            <p:cNvSpPr/>
            <p:nvPr/>
          </p:nvSpPr>
          <p:spPr>
            <a:xfrm>
              <a:off x="5577494" y="2470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5"/>
            <p:cNvSpPr/>
            <p:nvPr/>
          </p:nvSpPr>
          <p:spPr>
            <a:xfrm>
              <a:off x="5482768" y="26671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6"/>
            <p:cNvSpPr/>
            <p:nvPr/>
          </p:nvSpPr>
          <p:spPr>
            <a:xfrm>
              <a:off x="5553577" y="22354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7"/>
            <p:cNvSpPr/>
            <p:nvPr/>
          </p:nvSpPr>
          <p:spPr>
            <a:xfrm>
              <a:off x="5603464" y="21104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8"/>
            <p:cNvSpPr/>
            <p:nvPr/>
          </p:nvSpPr>
          <p:spPr>
            <a:xfrm>
              <a:off x="5598625" y="22836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29"/>
            <p:cNvSpPr/>
            <p:nvPr/>
          </p:nvSpPr>
          <p:spPr>
            <a:xfrm>
              <a:off x="5633053" y="22602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0"/>
            <p:cNvSpPr/>
            <p:nvPr/>
          </p:nvSpPr>
          <p:spPr>
            <a:xfrm>
              <a:off x="5630295" y="24443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1"/>
            <p:cNvSpPr/>
            <p:nvPr/>
          </p:nvSpPr>
          <p:spPr>
            <a:xfrm>
              <a:off x="5549940" y="24870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2"/>
            <p:cNvSpPr/>
            <p:nvPr/>
          </p:nvSpPr>
          <p:spPr>
            <a:xfrm>
              <a:off x="5509144" y="23697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3"/>
            <p:cNvSpPr/>
            <p:nvPr/>
          </p:nvSpPr>
          <p:spPr>
            <a:xfrm>
              <a:off x="5496275" y="222650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4"/>
            <p:cNvSpPr/>
            <p:nvPr/>
          </p:nvSpPr>
          <p:spPr>
            <a:xfrm>
              <a:off x="5670099" y="2591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5"/>
            <p:cNvSpPr/>
            <p:nvPr/>
          </p:nvSpPr>
          <p:spPr>
            <a:xfrm>
              <a:off x="5660572" y="23858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6"/>
            <p:cNvSpPr/>
            <p:nvPr/>
          </p:nvSpPr>
          <p:spPr>
            <a:xfrm>
              <a:off x="5565817" y="29518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7"/>
            <p:cNvSpPr/>
            <p:nvPr/>
          </p:nvSpPr>
          <p:spPr>
            <a:xfrm>
              <a:off x="5627165" y="24384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8"/>
            <p:cNvSpPr/>
            <p:nvPr/>
          </p:nvSpPr>
          <p:spPr>
            <a:xfrm>
              <a:off x="5789048" y="22346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39"/>
            <p:cNvSpPr/>
            <p:nvPr/>
          </p:nvSpPr>
          <p:spPr>
            <a:xfrm>
              <a:off x="5552316" y="24797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0"/>
            <p:cNvSpPr/>
            <p:nvPr/>
          </p:nvSpPr>
          <p:spPr>
            <a:xfrm>
              <a:off x="5582912" y="25928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1"/>
            <p:cNvSpPr/>
            <p:nvPr/>
          </p:nvSpPr>
          <p:spPr>
            <a:xfrm>
              <a:off x="5592752" y="20967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2"/>
            <p:cNvSpPr/>
            <p:nvPr/>
          </p:nvSpPr>
          <p:spPr>
            <a:xfrm>
              <a:off x="5660206" y="19429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3"/>
            <p:cNvSpPr/>
            <p:nvPr/>
          </p:nvSpPr>
          <p:spPr>
            <a:xfrm>
              <a:off x="5723656" y="22520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4"/>
            <p:cNvSpPr/>
            <p:nvPr/>
          </p:nvSpPr>
          <p:spPr>
            <a:xfrm>
              <a:off x="5600695" y="228891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5"/>
            <p:cNvSpPr/>
            <p:nvPr/>
          </p:nvSpPr>
          <p:spPr>
            <a:xfrm>
              <a:off x="5797739" y="19285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6"/>
            <p:cNvSpPr/>
            <p:nvPr/>
          </p:nvSpPr>
          <p:spPr>
            <a:xfrm>
              <a:off x="5669593" y="16331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7"/>
            <p:cNvSpPr/>
            <p:nvPr/>
          </p:nvSpPr>
          <p:spPr>
            <a:xfrm>
              <a:off x="5685290" y="19826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8"/>
            <p:cNvSpPr/>
            <p:nvPr/>
          </p:nvSpPr>
          <p:spPr>
            <a:xfrm>
              <a:off x="5566883" y="24085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49"/>
            <p:cNvSpPr/>
            <p:nvPr/>
          </p:nvSpPr>
          <p:spPr>
            <a:xfrm>
              <a:off x="5615411" y="19939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0"/>
            <p:cNvSpPr/>
            <p:nvPr/>
          </p:nvSpPr>
          <p:spPr>
            <a:xfrm>
              <a:off x="5535981" y="20645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1"/>
            <p:cNvSpPr/>
            <p:nvPr/>
          </p:nvSpPr>
          <p:spPr>
            <a:xfrm>
              <a:off x="5644449" y="19886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2"/>
            <p:cNvSpPr/>
            <p:nvPr/>
          </p:nvSpPr>
          <p:spPr>
            <a:xfrm>
              <a:off x="5816122" y="20137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3"/>
            <p:cNvSpPr/>
            <p:nvPr/>
          </p:nvSpPr>
          <p:spPr>
            <a:xfrm>
              <a:off x="5732166" y="21967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4"/>
            <p:cNvSpPr/>
            <p:nvPr/>
          </p:nvSpPr>
          <p:spPr>
            <a:xfrm>
              <a:off x="5710565" y="23287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5"/>
            <p:cNvSpPr/>
            <p:nvPr/>
          </p:nvSpPr>
          <p:spPr>
            <a:xfrm>
              <a:off x="5858073" y="25709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6"/>
            <p:cNvSpPr/>
            <p:nvPr/>
          </p:nvSpPr>
          <p:spPr>
            <a:xfrm>
              <a:off x="5650743" y="187042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7"/>
            <p:cNvSpPr/>
            <p:nvPr/>
          </p:nvSpPr>
          <p:spPr>
            <a:xfrm>
              <a:off x="5761582" y="24318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8"/>
            <p:cNvSpPr/>
            <p:nvPr/>
          </p:nvSpPr>
          <p:spPr>
            <a:xfrm>
              <a:off x="5637185" y="22747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59"/>
            <p:cNvSpPr/>
            <p:nvPr/>
          </p:nvSpPr>
          <p:spPr>
            <a:xfrm>
              <a:off x="5672820" y="21767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0"/>
            <p:cNvSpPr/>
            <p:nvPr/>
          </p:nvSpPr>
          <p:spPr>
            <a:xfrm>
              <a:off x="5647069" y="214892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1"/>
            <p:cNvSpPr/>
            <p:nvPr/>
          </p:nvSpPr>
          <p:spPr>
            <a:xfrm>
              <a:off x="5642782" y="23956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2"/>
            <p:cNvSpPr/>
            <p:nvPr/>
          </p:nvSpPr>
          <p:spPr>
            <a:xfrm>
              <a:off x="5592063" y="28254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3"/>
            <p:cNvSpPr/>
            <p:nvPr/>
          </p:nvSpPr>
          <p:spPr>
            <a:xfrm>
              <a:off x="5660064" y="26416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4"/>
            <p:cNvSpPr/>
            <p:nvPr/>
          </p:nvSpPr>
          <p:spPr>
            <a:xfrm>
              <a:off x="5674520" y="26876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5"/>
            <p:cNvSpPr/>
            <p:nvPr/>
          </p:nvSpPr>
          <p:spPr>
            <a:xfrm>
              <a:off x="5535328" y="27677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6"/>
            <p:cNvSpPr/>
            <p:nvPr/>
          </p:nvSpPr>
          <p:spPr>
            <a:xfrm>
              <a:off x="5566770" y="215437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7"/>
            <p:cNvSpPr/>
            <p:nvPr/>
          </p:nvSpPr>
          <p:spPr>
            <a:xfrm>
              <a:off x="5642823" y="17572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8"/>
            <p:cNvSpPr/>
            <p:nvPr/>
          </p:nvSpPr>
          <p:spPr>
            <a:xfrm>
              <a:off x="5438852" y="20381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69"/>
            <p:cNvSpPr/>
            <p:nvPr/>
          </p:nvSpPr>
          <p:spPr>
            <a:xfrm>
              <a:off x="5675816" y="22628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0"/>
            <p:cNvSpPr/>
            <p:nvPr/>
          </p:nvSpPr>
          <p:spPr>
            <a:xfrm>
              <a:off x="5832124" y="20957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1"/>
            <p:cNvSpPr/>
            <p:nvPr/>
          </p:nvSpPr>
          <p:spPr>
            <a:xfrm>
              <a:off x="5692264" y="18156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2"/>
            <p:cNvSpPr/>
            <p:nvPr/>
          </p:nvSpPr>
          <p:spPr>
            <a:xfrm>
              <a:off x="5640639" y="21903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3"/>
            <p:cNvSpPr/>
            <p:nvPr/>
          </p:nvSpPr>
          <p:spPr>
            <a:xfrm>
              <a:off x="5717240" y="25329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4"/>
            <p:cNvSpPr/>
            <p:nvPr/>
          </p:nvSpPr>
          <p:spPr>
            <a:xfrm>
              <a:off x="5552034" y="21134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5"/>
            <p:cNvSpPr/>
            <p:nvPr/>
          </p:nvSpPr>
          <p:spPr>
            <a:xfrm>
              <a:off x="5595982" y="23653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6"/>
            <p:cNvSpPr/>
            <p:nvPr/>
          </p:nvSpPr>
          <p:spPr>
            <a:xfrm>
              <a:off x="5461837" y="23175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7"/>
            <p:cNvSpPr/>
            <p:nvPr/>
          </p:nvSpPr>
          <p:spPr>
            <a:xfrm>
              <a:off x="5623101" y="22437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8"/>
            <p:cNvSpPr/>
            <p:nvPr/>
          </p:nvSpPr>
          <p:spPr>
            <a:xfrm>
              <a:off x="5500521" y="24931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79"/>
            <p:cNvSpPr/>
            <p:nvPr/>
          </p:nvSpPr>
          <p:spPr>
            <a:xfrm>
              <a:off x="5666214" y="24206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0"/>
            <p:cNvSpPr/>
            <p:nvPr/>
          </p:nvSpPr>
          <p:spPr>
            <a:xfrm>
              <a:off x="5516616" y="182338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1"/>
            <p:cNvSpPr/>
            <p:nvPr/>
          </p:nvSpPr>
          <p:spPr>
            <a:xfrm>
              <a:off x="5620806" y="214161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2"/>
            <p:cNvSpPr/>
            <p:nvPr/>
          </p:nvSpPr>
          <p:spPr>
            <a:xfrm>
              <a:off x="5694697" y="24971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3"/>
            <p:cNvSpPr/>
            <p:nvPr/>
          </p:nvSpPr>
          <p:spPr>
            <a:xfrm>
              <a:off x="5754711" y="21517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4"/>
            <p:cNvSpPr/>
            <p:nvPr/>
          </p:nvSpPr>
          <p:spPr>
            <a:xfrm>
              <a:off x="5774093" y="20535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5"/>
            <p:cNvSpPr/>
            <p:nvPr/>
          </p:nvSpPr>
          <p:spPr>
            <a:xfrm>
              <a:off x="5508556" y="24989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6"/>
            <p:cNvSpPr/>
            <p:nvPr/>
          </p:nvSpPr>
          <p:spPr>
            <a:xfrm>
              <a:off x="5628305" y="22658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7"/>
            <p:cNvSpPr/>
            <p:nvPr/>
          </p:nvSpPr>
          <p:spPr>
            <a:xfrm>
              <a:off x="5627081" y="23392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8"/>
            <p:cNvSpPr/>
            <p:nvPr/>
          </p:nvSpPr>
          <p:spPr>
            <a:xfrm>
              <a:off x="5650889" y="24964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89"/>
            <p:cNvSpPr/>
            <p:nvPr/>
          </p:nvSpPr>
          <p:spPr>
            <a:xfrm>
              <a:off x="5623384" y="19092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0"/>
            <p:cNvSpPr/>
            <p:nvPr/>
          </p:nvSpPr>
          <p:spPr>
            <a:xfrm>
              <a:off x="5728818" y="19817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1"/>
            <p:cNvSpPr/>
            <p:nvPr/>
          </p:nvSpPr>
          <p:spPr>
            <a:xfrm>
              <a:off x="5650766" y="24150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2"/>
            <p:cNvSpPr/>
            <p:nvPr/>
          </p:nvSpPr>
          <p:spPr>
            <a:xfrm>
              <a:off x="5638000" y="2275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3"/>
            <p:cNvSpPr/>
            <p:nvPr/>
          </p:nvSpPr>
          <p:spPr>
            <a:xfrm>
              <a:off x="5688166" y="21101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4"/>
            <p:cNvSpPr/>
            <p:nvPr/>
          </p:nvSpPr>
          <p:spPr>
            <a:xfrm>
              <a:off x="5643445" y="21535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5"/>
            <p:cNvSpPr/>
            <p:nvPr/>
          </p:nvSpPr>
          <p:spPr>
            <a:xfrm>
              <a:off x="5628576" y="21809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6"/>
            <p:cNvSpPr/>
            <p:nvPr/>
          </p:nvSpPr>
          <p:spPr>
            <a:xfrm>
              <a:off x="5602390" y="18052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7"/>
            <p:cNvSpPr/>
            <p:nvPr/>
          </p:nvSpPr>
          <p:spPr>
            <a:xfrm>
              <a:off x="5700519" y="21892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8"/>
            <p:cNvSpPr/>
            <p:nvPr/>
          </p:nvSpPr>
          <p:spPr>
            <a:xfrm>
              <a:off x="5568281" y="18639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199"/>
            <p:cNvSpPr/>
            <p:nvPr/>
          </p:nvSpPr>
          <p:spPr>
            <a:xfrm>
              <a:off x="5518042" y="188643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0"/>
            <p:cNvSpPr/>
            <p:nvPr/>
          </p:nvSpPr>
          <p:spPr>
            <a:xfrm>
              <a:off x="5594688" y="220751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1"/>
            <p:cNvSpPr/>
            <p:nvPr/>
          </p:nvSpPr>
          <p:spPr>
            <a:xfrm>
              <a:off x="5557665" y="20402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2"/>
            <p:cNvSpPr/>
            <p:nvPr/>
          </p:nvSpPr>
          <p:spPr>
            <a:xfrm>
              <a:off x="5538780" y="19226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3"/>
            <p:cNvSpPr/>
            <p:nvPr/>
          </p:nvSpPr>
          <p:spPr>
            <a:xfrm>
              <a:off x="5499497" y="22031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4"/>
            <p:cNvSpPr/>
            <p:nvPr/>
          </p:nvSpPr>
          <p:spPr>
            <a:xfrm>
              <a:off x="5644948" y="19739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5"/>
            <p:cNvSpPr/>
            <p:nvPr/>
          </p:nvSpPr>
          <p:spPr>
            <a:xfrm>
              <a:off x="5691025" y="23223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6"/>
            <p:cNvSpPr/>
            <p:nvPr/>
          </p:nvSpPr>
          <p:spPr>
            <a:xfrm>
              <a:off x="5637270" y="22361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7"/>
            <p:cNvSpPr/>
            <p:nvPr/>
          </p:nvSpPr>
          <p:spPr>
            <a:xfrm>
              <a:off x="5498630" y="20369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8"/>
            <p:cNvSpPr/>
            <p:nvPr/>
          </p:nvSpPr>
          <p:spPr>
            <a:xfrm>
              <a:off x="5606672" y="21402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09"/>
            <p:cNvSpPr/>
            <p:nvPr/>
          </p:nvSpPr>
          <p:spPr>
            <a:xfrm>
              <a:off x="5668120" y="20210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0"/>
            <p:cNvSpPr/>
            <p:nvPr/>
          </p:nvSpPr>
          <p:spPr>
            <a:xfrm>
              <a:off x="5673616" y="1881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1"/>
            <p:cNvSpPr/>
            <p:nvPr/>
          </p:nvSpPr>
          <p:spPr>
            <a:xfrm>
              <a:off x="5630117" y="242404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2"/>
            <p:cNvSpPr/>
            <p:nvPr/>
          </p:nvSpPr>
          <p:spPr>
            <a:xfrm>
              <a:off x="5645960" y="15888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3"/>
            <p:cNvSpPr/>
            <p:nvPr/>
          </p:nvSpPr>
          <p:spPr>
            <a:xfrm>
              <a:off x="5487923" y="19377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4"/>
            <p:cNvSpPr/>
            <p:nvPr/>
          </p:nvSpPr>
          <p:spPr>
            <a:xfrm>
              <a:off x="5570708" y="19934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5"/>
            <p:cNvSpPr/>
            <p:nvPr/>
          </p:nvSpPr>
          <p:spPr>
            <a:xfrm>
              <a:off x="5715318" y="18546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6"/>
            <p:cNvSpPr/>
            <p:nvPr/>
          </p:nvSpPr>
          <p:spPr>
            <a:xfrm>
              <a:off x="5597140" y="18941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7"/>
            <p:cNvSpPr/>
            <p:nvPr/>
          </p:nvSpPr>
          <p:spPr>
            <a:xfrm>
              <a:off x="5814770" y="17296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8"/>
            <p:cNvSpPr/>
            <p:nvPr/>
          </p:nvSpPr>
          <p:spPr>
            <a:xfrm>
              <a:off x="5692056" y="19607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19"/>
            <p:cNvSpPr/>
            <p:nvPr/>
          </p:nvSpPr>
          <p:spPr>
            <a:xfrm>
              <a:off x="5659806" y="20486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0"/>
            <p:cNvSpPr/>
            <p:nvPr/>
          </p:nvSpPr>
          <p:spPr>
            <a:xfrm>
              <a:off x="5618483" y="20400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1"/>
            <p:cNvSpPr/>
            <p:nvPr/>
          </p:nvSpPr>
          <p:spPr>
            <a:xfrm>
              <a:off x="5528620" y="23140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2"/>
            <p:cNvSpPr/>
            <p:nvPr/>
          </p:nvSpPr>
          <p:spPr>
            <a:xfrm>
              <a:off x="5755935" y="26433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3"/>
            <p:cNvSpPr/>
            <p:nvPr/>
          </p:nvSpPr>
          <p:spPr>
            <a:xfrm>
              <a:off x="5830852" y="26527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4"/>
            <p:cNvSpPr/>
            <p:nvPr/>
          </p:nvSpPr>
          <p:spPr>
            <a:xfrm>
              <a:off x="5544669" y="24430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5"/>
            <p:cNvSpPr/>
            <p:nvPr/>
          </p:nvSpPr>
          <p:spPr>
            <a:xfrm>
              <a:off x="5767680" y="27761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6"/>
            <p:cNvSpPr/>
            <p:nvPr/>
          </p:nvSpPr>
          <p:spPr>
            <a:xfrm>
              <a:off x="5624969" y="23735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7"/>
            <p:cNvSpPr/>
            <p:nvPr/>
          </p:nvSpPr>
          <p:spPr>
            <a:xfrm>
              <a:off x="5644037" y="24023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8"/>
            <p:cNvSpPr/>
            <p:nvPr/>
          </p:nvSpPr>
          <p:spPr>
            <a:xfrm>
              <a:off x="5615745" y="23985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29"/>
            <p:cNvSpPr/>
            <p:nvPr/>
          </p:nvSpPr>
          <p:spPr>
            <a:xfrm>
              <a:off x="5630950" y="18555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0"/>
            <p:cNvSpPr/>
            <p:nvPr/>
          </p:nvSpPr>
          <p:spPr>
            <a:xfrm>
              <a:off x="5611725" y="24424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1"/>
            <p:cNvSpPr/>
            <p:nvPr/>
          </p:nvSpPr>
          <p:spPr>
            <a:xfrm>
              <a:off x="5718287" y="21333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2"/>
            <p:cNvSpPr/>
            <p:nvPr/>
          </p:nvSpPr>
          <p:spPr>
            <a:xfrm>
              <a:off x="5535641" y="21292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3"/>
            <p:cNvSpPr/>
            <p:nvPr/>
          </p:nvSpPr>
          <p:spPr>
            <a:xfrm>
              <a:off x="5556770" y="23113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4"/>
            <p:cNvSpPr/>
            <p:nvPr/>
          </p:nvSpPr>
          <p:spPr>
            <a:xfrm>
              <a:off x="5555026" y="22499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5"/>
            <p:cNvSpPr/>
            <p:nvPr/>
          </p:nvSpPr>
          <p:spPr>
            <a:xfrm>
              <a:off x="5565702" y="24224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6"/>
            <p:cNvSpPr/>
            <p:nvPr/>
          </p:nvSpPr>
          <p:spPr>
            <a:xfrm>
              <a:off x="5718690" y="25757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7"/>
            <p:cNvSpPr/>
            <p:nvPr/>
          </p:nvSpPr>
          <p:spPr>
            <a:xfrm>
              <a:off x="5632584" y="25339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8"/>
            <p:cNvSpPr/>
            <p:nvPr/>
          </p:nvSpPr>
          <p:spPr>
            <a:xfrm>
              <a:off x="5718345" y="26185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39"/>
            <p:cNvSpPr/>
            <p:nvPr/>
          </p:nvSpPr>
          <p:spPr>
            <a:xfrm>
              <a:off x="5849498" y="222000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0"/>
            <p:cNvSpPr/>
            <p:nvPr/>
          </p:nvSpPr>
          <p:spPr>
            <a:xfrm>
              <a:off x="5765257" y="30022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1"/>
            <p:cNvSpPr/>
            <p:nvPr/>
          </p:nvSpPr>
          <p:spPr>
            <a:xfrm>
              <a:off x="5612555" y="23127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2"/>
            <p:cNvSpPr/>
            <p:nvPr/>
          </p:nvSpPr>
          <p:spPr>
            <a:xfrm>
              <a:off x="5593885" y="26977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3"/>
            <p:cNvSpPr/>
            <p:nvPr/>
          </p:nvSpPr>
          <p:spPr>
            <a:xfrm>
              <a:off x="5498320" y="25541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4"/>
            <p:cNvSpPr/>
            <p:nvPr/>
          </p:nvSpPr>
          <p:spPr>
            <a:xfrm>
              <a:off x="5782789" y="189405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5"/>
            <p:cNvSpPr/>
            <p:nvPr/>
          </p:nvSpPr>
          <p:spPr>
            <a:xfrm>
              <a:off x="5639457" y="21530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6"/>
            <p:cNvSpPr/>
            <p:nvPr/>
          </p:nvSpPr>
          <p:spPr>
            <a:xfrm>
              <a:off x="5664242" y="22694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7"/>
            <p:cNvSpPr/>
            <p:nvPr/>
          </p:nvSpPr>
          <p:spPr>
            <a:xfrm>
              <a:off x="5784001" y="2447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8"/>
            <p:cNvSpPr/>
            <p:nvPr/>
          </p:nvSpPr>
          <p:spPr>
            <a:xfrm>
              <a:off x="5727092" y="220275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49"/>
            <p:cNvSpPr/>
            <p:nvPr/>
          </p:nvSpPr>
          <p:spPr>
            <a:xfrm>
              <a:off x="5735103" y="21005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0"/>
            <p:cNvSpPr/>
            <p:nvPr/>
          </p:nvSpPr>
          <p:spPr>
            <a:xfrm>
              <a:off x="5697347" y="21376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1"/>
            <p:cNvSpPr/>
            <p:nvPr/>
          </p:nvSpPr>
          <p:spPr>
            <a:xfrm>
              <a:off x="5608248" y="20717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2"/>
            <p:cNvSpPr/>
            <p:nvPr/>
          </p:nvSpPr>
          <p:spPr>
            <a:xfrm>
              <a:off x="5664556" y="23615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3"/>
            <p:cNvSpPr/>
            <p:nvPr/>
          </p:nvSpPr>
          <p:spPr>
            <a:xfrm>
              <a:off x="5679493" y="25146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4"/>
            <p:cNvSpPr/>
            <p:nvPr/>
          </p:nvSpPr>
          <p:spPr>
            <a:xfrm>
              <a:off x="5609175" y="26454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5"/>
            <p:cNvSpPr/>
            <p:nvPr/>
          </p:nvSpPr>
          <p:spPr>
            <a:xfrm>
              <a:off x="5646738" y="23762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6"/>
            <p:cNvSpPr/>
            <p:nvPr/>
          </p:nvSpPr>
          <p:spPr>
            <a:xfrm>
              <a:off x="5695994" y="18371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7"/>
            <p:cNvSpPr/>
            <p:nvPr/>
          </p:nvSpPr>
          <p:spPr>
            <a:xfrm>
              <a:off x="5594919" y="22374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8"/>
            <p:cNvSpPr/>
            <p:nvPr/>
          </p:nvSpPr>
          <p:spPr>
            <a:xfrm>
              <a:off x="5630825" y="24273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59"/>
            <p:cNvSpPr/>
            <p:nvPr/>
          </p:nvSpPr>
          <p:spPr>
            <a:xfrm>
              <a:off x="5575091" y="2287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0"/>
            <p:cNvSpPr/>
            <p:nvPr/>
          </p:nvSpPr>
          <p:spPr>
            <a:xfrm>
              <a:off x="5636090" y="243850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1"/>
            <p:cNvSpPr/>
            <p:nvPr/>
          </p:nvSpPr>
          <p:spPr>
            <a:xfrm>
              <a:off x="5734747" y="23229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2"/>
            <p:cNvSpPr/>
            <p:nvPr/>
          </p:nvSpPr>
          <p:spPr>
            <a:xfrm>
              <a:off x="5714589" y="21401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3"/>
            <p:cNvSpPr/>
            <p:nvPr/>
          </p:nvSpPr>
          <p:spPr>
            <a:xfrm>
              <a:off x="5673325" y="21018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4"/>
            <p:cNvSpPr/>
            <p:nvPr/>
          </p:nvSpPr>
          <p:spPr>
            <a:xfrm>
              <a:off x="5648272" y="26607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5"/>
            <p:cNvSpPr/>
            <p:nvPr/>
          </p:nvSpPr>
          <p:spPr>
            <a:xfrm>
              <a:off x="5631955" y="24733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6"/>
            <p:cNvSpPr/>
            <p:nvPr/>
          </p:nvSpPr>
          <p:spPr>
            <a:xfrm>
              <a:off x="5715237" y="19999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7"/>
            <p:cNvSpPr/>
            <p:nvPr/>
          </p:nvSpPr>
          <p:spPr>
            <a:xfrm>
              <a:off x="5736740" y="25307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8"/>
            <p:cNvSpPr/>
            <p:nvPr/>
          </p:nvSpPr>
          <p:spPr>
            <a:xfrm>
              <a:off x="5643799" y="20295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69"/>
            <p:cNvSpPr/>
            <p:nvPr/>
          </p:nvSpPr>
          <p:spPr>
            <a:xfrm>
              <a:off x="5655036" y="21932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0"/>
            <p:cNvSpPr/>
            <p:nvPr/>
          </p:nvSpPr>
          <p:spPr>
            <a:xfrm>
              <a:off x="5657805" y="17565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1"/>
            <p:cNvSpPr/>
            <p:nvPr/>
          </p:nvSpPr>
          <p:spPr>
            <a:xfrm>
              <a:off x="5646065" y="18897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2"/>
            <p:cNvSpPr/>
            <p:nvPr/>
          </p:nvSpPr>
          <p:spPr>
            <a:xfrm>
              <a:off x="5545887" y="234897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3"/>
            <p:cNvSpPr/>
            <p:nvPr/>
          </p:nvSpPr>
          <p:spPr>
            <a:xfrm>
              <a:off x="5700970" y="22881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4"/>
            <p:cNvSpPr/>
            <p:nvPr/>
          </p:nvSpPr>
          <p:spPr>
            <a:xfrm>
              <a:off x="5633065" y="21657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5"/>
            <p:cNvSpPr/>
            <p:nvPr/>
          </p:nvSpPr>
          <p:spPr>
            <a:xfrm>
              <a:off x="5763230" y="21236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6"/>
            <p:cNvSpPr/>
            <p:nvPr/>
          </p:nvSpPr>
          <p:spPr>
            <a:xfrm>
              <a:off x="5671432" y="24658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7"/>
            <p:cNvSpPr/>
            <p:nvPr/>
          </p:nvSpPr>
          <p:spPr>
            <a:xfrm>
              <a:off x="5542613" y="22515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8"/>
            <p:cNvSpPr/>
            <p:nvPr/>
          </p:nvSpPr>
          <p:spPr>
            <a:xfrm>
              <a:off x="5679067" y="19356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79"/>
            <p:cNvSpPr/>
            <p:nvPr/>
          </p:nvSpPr>
          <p:spPr>
            <a:xfrm>
              <a:off x="5664572" y="19746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0"/>
            <p:cNvSpPr/>
            <p:nvPr/>
          </p:nvSpPr>
          <p:spPr>
            <a:xfrm>
              <a:off x="5683767" y="22048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1"/>
            <p:cNvSpPr/>
            <p:nvPr/>
          </p:nvSpPr>
          <p:spPr>
            <a:xfrm>
              <a:off x="5627495" y="23600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2"/>
            <p:cNvSpPr/>
            <p:nvPr/>
          </p:nvSpPr>
          <p:spPr>
            <a:xfrm>
              <a:off x="5721706" y="24093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3"/>
            <p:cNvSpPr/>
            <p:nvPr/>
          </p:nvSpPr>
          <p:spPr>
            <a:xfrm>
              <a:off x="5603016" y="23905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4"/>
            <p:cNvSpPr/>
            <p:nvPr/>
          </p:nvSpPr>
          <p:spPr>
            <a:xfrm>
              <a:off x="5750312" y="22861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5"/>
            <p:cNvSpPr/>
            <p:nvPr/>
          </p:nvSpPr>
          <p:spPr>
            <a:xfrm>
              <a:off x="5624107" y="22848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6"/>
            <p:cNvSpPr/>
            <p:nvPr/>
          </p:nvSpPr>
          <p:spPr>
            <a:xfrm>
              <a:off x="5896114" y="25128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7"/>
            <p:cNvSpPr/>
            <p:nvPr/>
          </p:nvSpPr>
          <p:spPr>
            <a:xfrm>
              <a:off x="5958302" y="31048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8"/>
            <p:cNvSpPr/>
            <p:nvPr/>
          </p:nvSpPr>
          <p:spPr>
            <a:xfrm>
              <a:off x="5737009" y="22563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89"/>
            <p:cNvSpPr/>
            <p:nvPr/>
          </p:nvSpPr>
          <p:spPr>
            <a:xfrm>
              <a:off x="5793185" y="26453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0"/>
            <p:cNvSpPr/>
            <p:nvPr/>
          </p:nvSpPr>
          <p:spPr>
            <a:xfrm>
              <a:off x="5726257" y="27139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1"/>
            <p:cNvSpPr/>
            <p:nvPr/>
          </p:nvSpPr>
          <p:spPr>
            <a:xfrm>
              <a:off x="5782492" y="269792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2"/>
            <p:cNvSpPr/>
            <p:nvPr/>
          </p:nvSpPr>
          <p:spPr>
            <a:xfrm>
              <a:off x="5695201" y="23842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3"/>
            <p:cNvSpPr/>
            <p:nvPr/>
          </p:nvSpPr>
          <p:spPr>
            <a:xfrm>
              <a:off x="5825540" y="25635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4"/>
            <p:cNvSpPr/>
            <p:nvPr/>
          </p:nvSpPr>
          <p:spPr>
            <a:xfrm>
              <a:off x="5677104" y="28896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5"/>
            <p:cNvSpPr/>
            <p:nvPr/>
          </p:nvSpPr>
          <p:spPr>
            <a:xfrm>
              <a:off x="5610515" y="27374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6"/>
            <p:cNvSpPr/>
            <p:nvPr/>
          </p:nvSpPr>
          <p:spPr>
            <a:xfrm>
              <a:off x="5708539" y="24100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7"/>
            <p:cNvSpPr/>
            <p:nvPr/>
          </p:nvSpPr>
          <p:spPr>
            <a:xfrm>
              <a:off x="5732849" y="24365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8"/>
            <p:cNvSpPr/>
            <p:nvPr/>
          </p:nvSpPr>
          <p:spPr>
            <a:xfrm>
              <a:off x="5813864" y="20191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299"/>
            <p:cNvSpPr/>
            <p:nvPr/>
          </p:nvSpPr>
          <p:spPr>
            <a:xfrm>
              <a:off x="5912509" y="30783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0"/>
            <p:cNvSpPr/>
            <p:nvPr/>
          </p:nvSpPr>
          <p:spPr>
            <a:xfrm>
              <a:off x="5649552" y="25761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1"/>
            <p:cNvSpPr/>
            <p:nvPr/>
          </p:nvSpPr>
          <p:spPr>
            <a:xfrm>
              <a:off x="5867826" y="28440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2"/>
            <p:cNvSpPr/>
            <p:nvPr/>
          </p:nvSpPr>
          <p:spPr>
            <a:xfrm>
              <a:off x="5706753" y="31746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3"/>
            <p:cNvSpPr/>
            <p:nvPr/>
          </p:nvSpPr>
          <p:spPr>
            <a:xfrm>
              <a:off x="5872839" y="297304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4"/>
            <p:cNvSpPr/>
            <p:nvPr/>
          </p:nvSpPr>
          <p:spPr>
            <a:xfrm>
              <a:off x="5743350" y="267282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5"/>
            <p:cNvSpPr/>
            <p:nvPr/>
          </p:nvSpPr>
          <p:spPr>
            <a:xfrm>
              <a:off x="5712491" y="25212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6"/>
            <p:cNvSpPr/>
            <p:nvPr/>
          </p:nvSpPr>
          <p:spPr>
            <a:xfrm>
              <a:off x="5817148" y="24638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7"/>
            <p:cNvSpPr/>
            <p:nvPr/>
          </p:nvSpPr>
          <p:spPr>
            <a:xfrm>
              <a:off x="5770011" y="20090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8"/>
            <p:cNvSpPr/>
            <p:nvPr/>
          </p:nvSpPr>
          <p:spPr>
            <a:xfrm>
              <a:off x="5688309" y="25859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09"/>
            <p:cNvSpPr/>
            <p:nvPr/>
          </p:nvSpPr>
          <p:spPr>
            <a:xfrm>
              <a:off x="5817882" y="26076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0"/>
            <p:cNvSpPr/>
            <p:nvPr/>
          </p:nvSpPr>
          <p:spPr>
            <a:xfrm>
              <a:off x="5629904" y="22897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1"/>
            <p:cNvSpPr/>
            <p:nvPr/>
          </p:nvSpPr>
          <p:spPr>
            <a:xfrm>
              <a:off x="5877609" y="2506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2"/>
            <p:cNvSpPr/>
            <p:nvPr/>
          </p:nvSpPr>
          <p:spPr>
            <a:xfrm>
              <a:off x="5794586" y="27754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3"/>
            <p:cNvSpPr/>
            <p:nvPr/>
          </p:nvSpPr>
          <p:spPr>
            <a:xfrm>
              <a:off x="5870840" y="25769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4"/>
            <p:cNvSpPr/>
            <p:nvPr/>
          </p:nvSpPr>
          <p:spPr>
            <a:xfrm>
              <a:off x="5641033" y="23499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5"/>
            <p:cNvSpPr/>
            <p:nvPr/>
          </p:nvSpPr>
          <p:spPr>
            <a:xfrm>
              <a:off x="5719287" y="23559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6"/>
            <p:cNvSpPr/>
            <p:nvPr/>
          </p:nvSpPr>
          <p:spPr>
            <a:xfrm>
              <a:off x="5833044" y="19122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7"/>
            <p:cNvSpPr/>
            <p:nvPr/>
          </p:nvSpPr>
          <p:spPr>
            <a:xfrm>
              <a:off x="5779179" y="22815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8"/>
            <p:cNvSpPr/>
            <p:nvPr/>
          </p:nvSpPr>
          <p:spPr>
            <a:xfrm>
              <a:off x="5616440" y="27610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19"/>
            <p:cNvSpPr/>
            <p:nvPr/>
          </p:nvSpPr>
          <p:spPr>
            <a:xfrm>
              <a:off x="5795619" y="20462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0"/>
            <p:cNvSpPr/>
            <p:nvPr/>
          </p:nvSpPr>
          <p:spPr>
            <a:xfrm>
              <a:off x="5983786" y="32577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1"/>
            <p:cNvSpPr/>
            <p:nvPr/>
          </p:nvSpPr>
          <p:spPr>
            <a:xfrm>
              <a:off x="5759463" y="264709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2"/>
            <p:cNvSpPr/>
            <p:nvPr/>
          </p:nvSpPr>
          <p:spPr>
            <a:xfrm>
              <a:off x="5543329" y="21229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3"/>
            <p:cNvSpPr/>
            <p:nvPr/>
          </p:nvSpPr>
          <p:spPr>
            <a:xfrm>
              <a:off x="5554368" y="26702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4"/>
            <p:cNvSpPr/>
            <p:nvPr/>
          </p:nvSpPr>
          <p:spPr>
            <a:xfrm>
              <a:off x="5614438" y="25919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5"/>
            <p:cNvSpPr/>
            <p:nvPr/>
          </p:nvSpPr>
          <p:spPr>
            <a:xfrm>
              <a:off x="5536601" y="24893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6"/>
            <p:cNvSpPr/>
            <p:nvPr/>
          </p:nvSpPr>
          <p:spPr>
            <a:xfrm>
              <a:off x="5699086" y="29397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7"/>
            <p:cNvSpPr/>
            <p:nvPr/>
          </p:nvSpPr>
          <p:spPr>
            <a:xfrm>
              <a:off x="5659055" y="16195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8"/>
            <p:cNvSpPr/>
            <p:nvPr/>
          </p:nvSpPr>
          <p:spPr>
            <a:xfrm>
              <a:off x="5605680" y="19500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29"/>
            <p:cNvSpPr/>
            <p:nvPr/>
          </p:nvSpPr>
          <p:spPr>
            <a:xfrm>
              <a:off x="5730948" y="28239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0"/>
            <p:cNvSpPr/>
            <p:nvPr/>
          </p:nvSpPr>
          <p:spPr>
            <a:xfrm>
              <a:off x="5747104" y="18066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1"/>
            <p:cNvSpPr/>
            <p:nvPr/>
          </p:nvSpPr>
          <p:spPr>
            <a:xfrm>
              <a:off x="5592080" y="23322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2"/>
            <p:cNvSpPr/>
            <p:nvPr/>
          </p:nvSpPr>
          <p:spPr>
            <a:xfrm>
              <a:off x="5658384" y="237124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3"/>
            <p:cNvSpPr/>
            <p:nvPr/>
          </p:nvSpPr>
          <p:spPr>
            <a:xfrm>
              <a:off x="5817450" y="30823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4"/>
            <p:cNvSpPr/>
            <p:nvPr/>
          </p:nvSpPr>
          <p:spPr>
            <a:xfrm>
              <a:off x="5820153" y="26606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5"/>
            <p:cNvSpPr/>
            <p:nvPr/>
          </p:nvSpPr>
          <p:spPr>
            <a:xfrm>
              <a:off x="5976616" y="319148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6"/>
            <p:cNvSpPr/>
            <p:nvPr/>
          </p:nvSpPr>
          <p:spPr>
            <a:xfrm>
              <a:off x="5841502" y="25213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7"/>
            <p:cNvSpPr/>
            <p:nvPr/>
          </p:nvSpPr>
          <p:spPr>
            <a:xfrm>
              <a:off x="5683667" y="16702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8"/>
            <p:cNvSpPr/>
            <p:nvPr/>
          </p:nvSpPr>
          <p:spPr>
            <a:xfrm>
              <a:off x="5639259" y="199295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39"/>
            <p:cNvSpPr/>
            <p:nvPr/>
          </p:nvSpPr>
          <p:spPr>
            <a:xfrm>
              <a:off x="5788058" y="18181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0"/>
            <p:cNvSpPr/>
            <p:nvPr/>
          </p:nvSpPr>
          <p:spPr>
            <a:xfrm>
              <a:off x="5598801" y="17147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1"/>
            <p:cNvSpPr/>
            <p:nvPr/>
          </p:nvSpPr>
          <p:spPr>
            <a:xfrm>
              <a:off x="5800256" y="19295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2"/>
            <p:cNvSpPr/>
            <p:nvPr/>
          </p:nvSpPr>
          <p:spPr>
            <a:xfrm>
              <a:off x="5816445" y="269159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3"/>
            <p:cNvSpPr/>
            <p:nvPr/>
          </p:nvSpPr>
          <p:spPr>
            <a:xfrm>
              <a:off x="5845637" y="23736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4"/>
            <p:cNvSpPr/>
            <p:nvPr/>
          </p:nvSpPr>
          <p:spPr>
            <a:xfrm>
              <a:off x="5697937" y="25790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5"/>
            <p:cNvSpPr/>
            <p:nvPr/>
          </p:nvSpPr>
          <p:spPr>
            <a:xfrm>
              <a:off x="5770812" y="28461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6"/>
            <p:cNvSpPr/>
            <p:nvPr/>
          </p:nvSpPr>
          <p:spPr>
            <a:xfrm>
              <a:off x="5772546" y="25753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7"/>
            <p:cNvSpPr/>
            <p:nvPr/>
          </p:nvSpPr>
          <p:spPr>
            <a:xfrm>
              <a:off x="5950983" y="26230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8"/>
            <p:cNvSpPr/>
            <p:nvPr/>
          </p:nvSpPr>
          <p:spPr>
            <a:xfrm>
              <a:off x="5661882" y="241989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49"/>
            <p:cNvSpPr/>
            <p:nvPr/>
          </p:nvSpPr>
          <p:spPr>
            <a:xfrm>
              <a:off x="5815262" y="26177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0"/>
            <p:cNvSpPr/>
            <p:nvPr/>
          </p:nvSpPr>
          <p:spPr>
            <a:xfrm>
              <a:off x="5667146" y="24407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1"/>
            <p:cNvSpPr/>
            <p:nvPr/>
          </p:nvSpPr>
          <p:spPr>
            <a:xfrm>
              <a:off x="5817720" y="28245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2"/>
            <p:cNvSpPr/>
            <p:nvPr/>
          </p:nvSpPr>
          <p:spPr>
            <a:xfrm>
              <a:off x="5766209" y="25366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3"/>
            <p:cNvSpPr/>
            <p:nvPr/>
          </p:nvSpPr>
          <p:spPr>
            <a:xfrm>
              <a:off x="5658241" y="29464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4"/>
            <p:cNvSpPr/>
            <p:nvPr/>
          </p:nvSpPr>
          <p:spPr>
            <a:xfrm>
              <a:off x="5633454" y="23627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5"/>
            <p:cNvSpPr/>
            <p:nvPr/>
          </p:nvSpPr>
          <p:spPr>
            <a:xfrm>
              <a:off x="5549311" y="28010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6"/>
            <p:cNvSpPr/>
            <p:nvPr/>
          </p:nvSpPr>
          <p:spPr>
            <a:xfrm>
              <a:off x="5828219" y="309854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7"/>
            <p:cNvSpPr/>
            <p:nvPr/>
          </p:nvSpPr>
          <p:spPr>
            <a:xfrm>
              <a:off x="5934750" y="20320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8"/>
            <p:cNvSpPr/>
            <p:nvPr/>
          </p:nvSpPr>
          <p:spPr>
            <a:xfrm>
              <a:off x="5621808" y="26494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59"/>
            <p:cNvSpPr/>
            <p:nvPr/>
          </p:nvSpPr>
          <p:spPr>
            <a:xfrm>
              <a:off x="5748660" y="29208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0"/>
            <p:cNvSpPr/>
            <p:nvPr/>
          </p:nvSpPr>
          <p:spPr>
            <a:xfrm>
              <a:off x="5752127" y="271725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1"/>
            <p:cNvSpPr/>
            <p:nvPr/>
          </p:nvSpPr>
          <p:spPr>
            <a:xfrm>
              <a:off x="5697624" y="24476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2"/>
            <p:cNvSpPr/>
            <p:nvPr/>
          </p:nvSpPr>
          <p:spPr>
            <a:xfrm>
              <a:off x="5621734" y="26189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3"/>
            <p:cNvSpPr/>
            <p:nvPr/>
          </p:nvSpPr>
          <p:spPr>
            <a:xfrm>
              <a:off x="5807373" y="24165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4"/>
            <p:cNvSpPr/>
            <p:nvPr/>
          </p:nvSpPr>
          <p:spPr>
            <a:xfrm>
              <a:off x="5824201" y="30764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5"/>
            <p:cNvSpPr/>
            <p:nvPr/>
          </p:nvSpPr>
          <p:spPr>
            <a:xfrm>
              <a:off x="5857432" y="28998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6"/>
            <p:cNvSpPr/>
            <p:nvPr/>
          </p:nvSpPr>
          <p:spPr>
            <a:xfrm>
              <a:off x="5526116" y="251107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7"/>
            <p:cNvSpPr/>
            <p:nvPr/>
          </p:nvSpPr>
          <p:spPr>
            <a:xfrm>
              <a:off x="5600202" y="23303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8"/>
            <p:cNvSpPr/>
            <p:nvPr/>
          </p:nvSpPr>
          <p:spPr>
            <a:xfrm>
              <a:off x="5569531" y="26027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69"/>
            <p:cNvSpPr/>
            <p:nvPr/>
          </p:nvSpPr>
          <p:spPr>
            <a:xfrm>
              <a:off x="5765591" y="25389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0"/>
            <p:cNvSpPr/>
            <p:nvPr/>
          </p:nvSpPr>
          <p:spPr>
            <a:xfrm>
              <a:off x="5623415" y="25259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1"/>
            <p:cNvSpPr/>
            <p:nvPr/>
          </p:nvSpPr>
          <p:spPr>
            <a:xfrm>
              <a:off x="5638194" y="246460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2"/>
            <p:cNvSpPr/>
            <p:nvPr/>
          </p:nvSpPr>
          <p:spPr>
            <a:xfrm>
              <a:off x="5527657" y="20582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3"/>
            <p:cNvSpPr/>
            <p:nvPr/>
          </p:nvSpPr>
          <p:spPr>
            <a:xfrm>
              <a:off x="5642800" y="285136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4"/>
            <p:cNvSpPr/>
            <p:nvPr/>
          </p:nvSpPr>
          <p:spPr>
            <a:xfrm>
              <a:off x="5657420" y="22497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5"/>
            <p:cNvSpPr/>
            <p:nvPr/>
          </p:nvSpPr>
          <p:spPr>
            <a:xfrm>
              <a:off x="5529626" y="25144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6"/>
            <p:cNvSpPr/>
            <p:nvPr/>
          </p:nvSpPr>
          <p:spPr>
            <a:xfrm>
              <a:off x="5767929" y="23820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7"/>
            <p:cNvSpPr/>
            <p:nvPr/>
          </p:nvSpPr>
          <p:spPr>
            <a:xfrm>
              <a:off x="5933281" y="20024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8"/>
            <p:cNvSpPr/>
            <p:nvPr/>
          </p:nvSpPr>
          <p:spPr>
            <a:xfrm>
              <a:off x="5762102" y="29160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79"/>
            <p:cNvSpPr/>
            <p:nvPr/>
          </p:nvSpPr>
          <p:spPr>
            <a:xfrm>
              <a:off x="5692322" y="29806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0"/>
            <p:cNvSpPr/>
            <p:nvPr/>
          </p:nvSpPr>
          <p:spPr>
            <a:xfrm>
              <a:off x="5863283" y="28825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1"/>
            <p:cNvSpPr/>
            <p:nvPr/>
          </p:nvSpPr>
          <p:spPr>
            <a:xfrm>
              <a:off x="5651715" y="195985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2"/>
            <p:cNvSpPr/>
            <p:nvPr/>
          </p:nvSpPr>
          <p:spPr>
            <a:xfrm>
              <a:off x="5906172" y="30613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3"/>
            <p:cNvSpPr/>
            <p:nvPr/>
          </p:nvSpPr>
          <p:spPr>
            <a:xfrm>
              <a:off x="5548288" y="242334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4"/>
            <p:cNvSpPr/>
            <p:nvPr/>
          </p:nvSpPr>
          <p:spPr>
            <a:xfrm>
              <a:off x="5871853" y="17356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5"/>
            <p:cNvSpPr/>
            <p:nvPr/>
          </p:nvSpPr>
          <p:spPr>
            <a:xfrm>
              <a:off x="5519386" y="25256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6"/>
            <p:cNvSpPr/>
            <p:nvPr/>
          </p:nvSpPr>
          <p:spPr>
            <a:xfrm>
              <a:off x="5971255" y="34608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7"/>
            <p:cNvSpPr/>
            <p:nvPr/>
          </p:nvSpPr>
          <p:spPr>
            <a:xfrm>
              <a:off x="5899630" y="34165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8"/>
            <p:cNvSpPr/>
            <p:nvPr/>
          </p:nvSpPr>
          <p:spPr>
            <a:xfrm>
              <a:off x="5759033" y="268011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89"/>
            <p:cNvSpPr/>
            <p:nvPr/>
          </p:nvSpPr>
          <p:spPr>
            <a:xfrm>
              <a:off x="5966813" y="339629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0"/>
            <p:cNvSpPr/>
            <p:nvPr/>
          </p:nvSpPr>
          <p:spPr>
            <a:xfrm>
              <a:off x="5656575" y="23754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1"/>
            <p:cNvSpPr/>
            <p:nvPr/>
          </p:nvSpPr>
          <p:spPr>
            <a:xfrm>
              <a:off x="5567356" y="23937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2"/>
            <p:cNvSpPr/>
            <p:nvPr/>
          </p:nvSpPr>
          <p:spPr>
            <a:xfrm>
              <a:off x="5499162" y="16371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3"/>
            <p:cNvSpPr/>
            <p:nvPr/>
          </p:nvSpPr>
          <p:spPr>
            <a:xfrm>
              <a:off x="5733004" y="25756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4"/>
            <p:cNvSpPr/>
            <p:nvPr/>
          </p:nvSpPr>
          <p:spPr>
            <a:xfrm>
              <a:off x="5675639" y="229715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5"/>
            <p:cNvSpPr/>
            <p:nvPr/>
          </p:nvSpPr>
          <p:spPr>
            <a:xfrm>
              <a:off x="5819749" y="21749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6"/>
            <p:cNvSpPr/>
            <p:nvPr/>
          </p:nvSpPr>
          <p:spPr>
            <a:xfrm>
              <a:off x="5652214" y="23821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7"/>
            <p:cNvSpPr/>
            <p:nvPr/>
          </p:nvSpPr>
          <p:spPr>
            <a:xfrm>
              <a:off x="5667597" y="24215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8"/>
            <p:cNvSpPr/>
            <p:nvPr/>
          </p:nvSpPr>
          <p:spPr>
            <a:xfrm>
              <a:off x="5671106" y="25815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399"/>
            <p:cNvSpPr/>
            <p:nvPr/>
          </p:nvSpPr>
          <p:spPr>
            <a:xfrm>
              <a:off x="5861958" y="217388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0"/>
            <p:cNvSpPr/>
            <p:nvPr/>
          </p:nvSpPr>
          <p:spPr>
            <a:xfrm>
              <a:off x="5641062" y="27689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1"/>
            <p:cNvSpPr/>
            <p:nvPr/>
          </p:nvSpPr>
          <p:spPr>
            <a:xfrm>
              <a:off x="5628069" y="222757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2"/>
            <p:cNvSpPr/>
            <p:nvPr/>
          </p:nvSpPr>
          <p:spPr>
            <a:xfrm>
              <a:off x="5647089" y="230980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3"/>
            <p:cNvSpPr/>
            <p:nvPr/>
          </p:nvSpPr>
          <p:spPr>
            <a:xfrm>
              <a:off x="5788821" y="179037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4"/>
            <p:cNvSpPr/>
            <p:nvPr/>
          </p:nvSpPr>
          <p:spPr>
            <a:xfrm>
              <a:off x="5686006" y="265285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5"/>
            <p:cNvSpPr/>
            <p:nvPr/>
          </p:nvSpPr>
          <p:spPr>
            <a:xfrm>
              <a:off x="5831097" y="28757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6"/>
            <p:cNvSpPr/>
            <p:nvPr/>
          </p:nvSpPr>
          <p:spPr>
            <a:xfrm>
              <a:off x="5715335" y="25292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7"/>
            <p:cNvSpPr/>
            <p:nvPr/>
          </p:nvSpPr>
          <p:spPr>
            <a:xfrm>
              <a:off x="5650709" y="25441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8"/>
            <p:cNvSpPr/>
            <p:nvPr/>
          </p:nvSpPr>
          <p:spPr>
            <a:xfrm>
              <a:off x="5663635" y="221042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09"/>
            <p:cNvSpPr/>
            <p:nvPr/>
          </p:nvSpPr>
          <p:spPr>
            <a:xfrm>
              <a:off x="5287944" y="22458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0"/>
            <p:cNvSpPr/>
            <p:nvPr/>
          </p:nvSpPr>
          <p:spPr>
            <a:xfrm>
              <a:off x="5808320" y="23542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1"/>
            <p:cNvSpPr/>
            <p:nvPr/>
          </p:nvSpPr>
          <p:spPr>
            <a:xfrm>
              <a:off x="5815584" y="226383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2"/>
            <p:cNvSpPr/>
            <p:nvPr/>
          </p:nvSpPr>
          <p:spPr>
            <a:xfrm>
              <a:off x="5628762" y="265211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3"/>
            <p:cNvSpPr/>
            <p:nvPr/>
          </p:nvSpPr>
          <p:spPr>
            <a:xfrm>
              <a:off x="5599511" y="2408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4"/>
            <p:cNvSpPr/>
            <p:nvPr/>
          </p:nvSpPr>
          <p:spPr>
            <a:xfrm>
              <a:off x="5521877" y="258653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5"/>
            <p:cNvSpPr/>
            <p:nvPr/>
          </p:nvSpPr>
          <p:spPr>
            <a:xfrm>
              <a:off x="5266279" y="22638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6"/>
            <p:cNvSpPr/>
            <p:nvPr/>
          </p:nvSpPr>
          <p:spPr>
            <a:xfrm>
              <a:off x="5704979" y="28352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7"/>
            <p:cNvSpPr/>
            <p:nvPr/>
          </p:nvSpPr>
          <p:spPr>
            <a:xfrm>
              <a:off x="5209258" y="20153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8"/>
            <p:cNvSpPr/>
            <p:nvPr/>
          </p:nvSpPr>
          <p:spPr>
            <a:xfrm>
              <a:off x="5996582" y="217389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19"/>
            <p:cNvSpPr/>
            <p:nvPr/>
          </p:nvSpPr>
          <p:spPr>
            <a:xfrm>
              <a:off x="5617384" y="21614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0"/>
            <p:cNvSpPr/>
            <p:nvPr/>
          </p:nvSpPr>
          <p:spPr>
            <a:xfrm>
              <a:off x="5854950" y="21457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1"/>
            <p:cNvSpPr/>
            <p:nvPr/>
          </p:nvSpPr>
          <p:spPr>
            <a:xfrm>
              <a:off x="5965031" y="219770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2"/>
            <p:cNvSpPr/>
            <p:nvPr/>
          </p:nvSpPr>
          <p:spPr>
            <a:xfrm>
              <a:off x="5862621" y="281801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3"/>
            <p:cNvSpPr/>
            <p:nvPr/>
          </p:nvSpPr>
          <p:spPr>
            <a:xfrm>
              <a:off x="5880707" y="28040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4"/>
            <p:cNvSpPr/>
            <p:nvPr/>
          </p:nvSpPr>
          <p:spPr>
            <a:xfrm>
              <a:off x="5965968" y="30021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5"/>
            <p:cNvSpPr/>
            <p:nvPr/>
          </p:nvSpPr>
          <p:spPr>
            <a:xfrm>
              <a:off x="5897495" y="28064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6"/>
            <p:cNvSpPr/>
            <p:nvPr/>
          </p:nvSpPr>
          <p:spPr>
            <a:xfrm>
              <a:off x="5739921" y="25993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7"/>
            <p:cNvSpPr/>
            <p:nvPr/>
          </p:nvSpPr>
          <p:spPr>
            <a:xfrm>
              <a:off x="5519501" y="20419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8"/>
            <p:cNvSpPr/>
            <p:nvPr/>
          </p:nvSpPr>
          <p:spPr>
            <a:xfrm>
              <a:off x="5795865" y="24865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29"/>
            <p:cNvSpPr/>
            <p:nvPr/>
          </p:nvSpPr>
          <p:spPr>
            <a:xfrm>
              <a:off x="5791444" y="17328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0"/>
            <p:cNvSpPr/>
            <p:nvPr/>
          </p:nvSpPr>
          <p:spPr>
            <a:xfrm>
              <a:off x="5715466" y="19371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1"/>
            <p:cNvSpPr/>
            <p:nvPr/>
          </p:nvSpPr>
          <p:spPr>
            <a:xfrm>
              <a:off x="5630279" y="211216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2"/>
            <p:cNvSpPr/>
            <p:nvPr/>
          </p:nvSpPr>
          <p:spPr>
            <a:xfrm>
              <a:off x="5632759" y="23920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3"/>
            <p:cNvSpPr/>
            <p:nvPr/>
          </p:nvSpPr>
          <p:spPr>
            <a:xfrm>
              <a:off x="5752852" y="24281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4"/>
            <p:cNvSpPr/>
            <p:nvPr/>
          </p:nvSpPr>
          <p:spPr>
            <a:xfrm>
              <a:off x="5709832" y="158045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5"/>
            <p:cNvSpPr/>
            <p:nvPr/>
          </p:nvSpPr>
          <p:spPr>
            <a:xfrm>
              <a:off x="5703714" y="159695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6"/>
            <p:cNvSpPr/>
            <p:nvPr/>
          </p:nvSpPr>
          <p:spPr>
            <a:xfrm>
              <a:off x="5679716" y="175880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7"/>
            <p:cNvSpPr/>
            <p:nvPr/>
          </p:nvSpPr>
          <p:spPr>
            <a:xfrm>
              <a:off x="5718390" y="172300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8"/>
            <p:cNvSpPr/>
            <p:nvPr/>
          </p:nvSpPr>
          <p:spPr>
            <a:xfrm>
              <a:off x="5608510" y="23928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39"/>
            <p:cNvSpPr/>
            <p:nvPr/>
          </p:nvSpPr>
          <p:spPr>
            <a:xfrm>
              <a:off x="5493799" y="208913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0"/>
            <p:cNvSpPr/>
            <p:nvPr/>
          </p:nvSpPr>
          <p:spPr>
            <a:xfrm>
              <a:off x="5611238" y="24670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1"/>
            <p:cNvSpPr/>
            <p:nvPr/>
          </p:nvSpPr>
          <p:spPr>
            <a:xfrm>
              <a:off x="5583801" y="211097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2"/>
            <p:cNvSpPr/>
            <p:nvPr/>
          </p:nvSpPr>
          <p:spPr>
            <a:xfrm>
              <a:off x="5684760" y="188692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3"/>
            <p:cNvSpPr/>
            <p:nvPr/>
          </p:nvSpPr>
          <p:spPr>
            <a:xfrm>
              <a:off x="5624469" y="19054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4"/>
            <p:cNvSpPr/>
            <p:nvPr/>
          </p:nvSpPr>
          <p:spPr>
            <a:xfrm>
              <a:off x="5643354" y="20669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5"/>
            <p:cNvSpPr/>
            <p:nvPr/>
          </p:nvSpPr>
          <p:spPr>
            <a:xfrm>
              <a:off x="5675964" y="225227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6"/>
            <p:cNvSpPr/>
            <p:nvPr/>
          </p:nvSpPr>
          <p:spPr>
            <a:xfrm>
              <a:off x="5445172" y="187348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7"/>
            <p:cNvSpPr/>
            <p:nvPr/>
          </p:nvSpPr>
          <p:spPr>
            <a:xfrm>
              <a:off x="5593388" y="234343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8"/>
            <p:cNvSpPr/>
            <p:nvPr/>
          </p:nvSpPr>
          <p:spPr>
            <a:xfrm>
              <a:off x="5728717" y="204744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49"/>
            <p:cNvSpPr/>
            <p:nvPr/>
          </p:nvSpPr>
          <p:spPr>
            <a:xfrm>
              <a:off x="5705212" y="25987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0"/>
            <p:cNvSpPr/>
            <p:nvPr/>
          </p:nvSpPr>
          <p:spPr>
            <a:xfrm>
              <a:off x="5665151" y="240119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1"/>
            <p:cNvSpPr/>
            <p:nvPr/>
          </p:nvSpPr>
          <p:spPr>
            <a:xfrm>
              <a:off x="5582065" y="26950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2"/>
            <p:cNvSpPr/>
            <p:nvPr/>
          </p:nvSpPr>
          <p:spPr>
            <a:xfrm>
              <a:off x="5679776" y="213792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3"/>
            <p:cNvSpPr/>
            <p:nvPr/>
          </p:nvSpPr>
          <p:spPr>
            <a:xfrm>
              <a:off x="5608010" y="249160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4"/>
            <p:cNvSpPr/>
            <p:nvPr/>
          </p:nvSpPr>
          <p:spPr>
            <a:xfrm>
              <a:off x="5652910" y="243433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5"/>
            <p:cNvSpPr/>
            <p:nvPr/>
          </p:nvSpPr>
          <p:spPr>
            <a:xfrm>
              <a:off x="5566233" y="239987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6"/>
            <p:cNvSpPr/>
            <p:nvPr/>
          </p:nvSpPr>
          <p:spPr>
            <a:xfrm>
              <a:off x="5496822" y="25812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7"/>
            <p:cNvSpPr/>
            <p:nvPr/>
          </p:nvSpPr>
          <p:spPr>
            <a:xfrm>
              <a:off x="5588139" y="232020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8"/>
            <p:cNvSpPr/>
            <p:nvPr/>
          </p:nvSpPr>
          <p:spPr>
            <a:xfrm>
              <a:off x="5470190" y="217234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59"/>
            <p:cNvSpPr/>
            <p:nvPr/>
          </p:nvSpPr>
          <p:spPr>
            <a:xfrm>
              <a:off x="5382841" y="203682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0"/>
            <p:cNvSpPr/>
            <p:nvPr/>
          </p:nvSpPr>
          <p:spPr>
            <a:xfrm>
              <a:off x="5620201" y="22105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1"/>
            <p:cNvSpPr/>
            <p:nvPr/>
          </p:nvSpPr>
          <p:spPr>
            <a:xfrm>
              <a:off x="5560070" y="196062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2"/>
            <p:cNvSpPr/>
            <p:nvPr/>
          </p:nvSpPr>
          <p:spPr>
            <a:xfrm>
              <a:off x="5655743" y="21239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3"/>
            <p:cNvSpPr/>
            <p:nvPr/>
          </p:nvSpPr>
          <p:spPr>
            <a:xfrm>
              <a:off x="5561640" y="243552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4"/>
            <p:cNvSpPr/>
            <p:nvPr/>
          </p:nvSpPr>
          <p:spPr>
            <a:xfrm>
              <a:off x="5513079" y="22030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5"/>
            <p:cNvSpPr/>
            <p:nvPr/>
          </p:nvSpPr>
          <p:spPr>
            <a:xfrm>
              <a:off x="5548899" y="285465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6"/>
            <p:cNvSpPr/>
            <p:nvPr/>
          </p:nvSpPr>
          <p:spPr>
            <a:xfrm>
              <a:off x="5461694" y="21794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7"/>
            <p:cNvSpPr/>
            <p:nvPr/>
          </p:nvSpPr>
          <p:spPr>
            <a:xfrm>
              <a:off x="5493258" y="209072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8"/>
            <p:cNvSpPr/>
            <p:nvPr/>
          </p:nvSpPr>
          <p:spPr>
            <a:xfrm>
              <a:off x="5338977" y="249189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69"/>
            <p:cNvSpPr/>
            <p:nvPr/>
          </p:nvSpPr>
          <p:spPr>
            <a:xfrm>
              <a:off x="5616256" y="27163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0"/>
            <p:cNvSpPr/>
            <p:nvPr/>
          </p:nvSpPr>
          <p:spPr>
            <a:xfrm>
              <a:off x="5573468" y="299790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1"/>
            <p:cNvSpPr/>
            <p:nvPr/>
          </p:nvSpPr>
          <p:spPr>
            <a:xfrm>
              <a:off x="5498496" y="27791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2"/>
            <p:cNvSpPr/>
            <p:nvPr/>
          </p:nvSpPr>
          <p:spPr>
            <a:xfrm>
              <a:off x="5657048" y="29184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3"/>
            <p:cNvSpPr/>
            <p:nvPr/>
          </p:nvSpPr>
          <p:spPr>
            <a:xfrm>
              <a:off x="5693403" y="2577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4"/>
            <p:cNvSpPr/>
            <p:nvPr/>
          </p:nvSpPr>
          <p:spPr>
            <a:xfrm>
              <a:off x="5715100" y="31551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5"/>
            <p:cNvSpPr/>
            <p:nvPr/>
          </p:nvSpPr>
          <p:spPr>
            <a:xfrm>
              <a:off x="5471187" y="290010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6"/>
            <p:cNvSpPr/>
            <p:nvPr/>
          </p:nvSpPr>
          <p:spPr>
            <a:xfrm>
              <a:off x="5654390" y="2616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7"/>
            <p:cNvSpPr/>
            <p:nvPr/>
          </p:nvSpPr>
          <p:spPr>
            <a:xfrm>
              <a:off x="5464518" y="2333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8"/>
            <p:cNvSpPr/>
            <p:nvPr/>
          </p:nvSpPr>
          <p:spPr>
            <a:xfrm>
              <a:off x="5411382" y="269941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79"/>
            <p:cNvSpPr/>
            <p:nvPr/>
          </p:nvSpPr>
          <p:spPr>
            <a:xfrm>
              <a:off x="5298101" y="25955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0"/>
            <p:cNvSpPr/>
            <p:nvPr/>
          </p:nvSpPr>
          <p:spPr>
            <a:xfrm>
              <a:off x="5509980" y="30625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1"/>
            <p:cNvSpPr/>
            <p:nvPr/>
          </p:nvSpPr>
          <p:spPr>
            <a:xfrm>
              <a:off x="5499611" y="25029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2"/>
            <p:cNvSpPr/>
            <p:nvPr/>
          </p:nvSpPr>
          <p:spPr>
            <a:xfrm>
              <a:off x="5480807" y="26710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3"/>
            <p:cNvSpPr/>
            <p:nvPr/>
          </p:nvSpPr>
          <p:spPr>
            <a:xfrm>
              <a:off x="5478028" y="23102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4"/>
            <p:cNvSpPr/>
            <p:nvPr/>
          </p:nvSpPr>
          <p:spPr>
            <a:xfrm>
              <a:off x="5517248" y="254121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5"/>
            <p:cNvSpPr/>
            <p:nvPr/>
          </p:nvSpPr>
          <p:spPr>
            <a:xfrm>
              <a:off x="5604460" y="23835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6"/>
            <p:cNvSpPr/>
            <p:nvPr/>
          </p:nvSpPr>
          <p:spPr>
            <a:xfrm>
              <a:off x="5718415" y="211829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7"/>
            <p:cNvSpPr/>
            <p:nvPr/>
          </p:nvSpPr>
          <p:spPr>
            <a:xfrm>
              <a:off x="5510217" y="22752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8"/>
            <p:cNvSpPr/>
            <p:nvPr/>
          </p:nvSpPr>
          <p:spPr>
            <a:xfrm>
              <a:off x="5624935" y="215836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89"/>
            <p:cNvSpPr/>
            <p:nvPr/>
          </p:nvSpPr>
          <p:spPr>
            <a:xfrm>
              <a:off x="5493272" y="27663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0"/>
            <p:cNvSpPr/>
            <p:nvPr/>
          </p:nvSpPr>
          <p:spPr>
            <a:xfrm>
              <a:off x="5456967" y="271310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1"/>
            <p:cNvSpPr/>
            <p:nvPr/>
          </p:nvSpPr>
          <p:spPr>
            <a:xfrm>
              <a:off x="5573583" y="23085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2"/>
            <p:cNvSpPr/>
            <p:nvPr/>
          </p:nvSpPr>
          <p:spPr>
            <a:xfrm>
              <a:off x="5594678" y="228888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3"/>
            <p:cNvSpPr/>
            <p:nvPr/>
          </p:nvSpPr>
          <p:spPr>
            <a:xfrm>
              <a:off x="5550575" y="25944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4"/>
            <p:cNvSpPr/>
            <p:nvPr/>
          </p:nvSpPr>
          <p:spPr>
            <a:xfrm>
              <a:off x="5370490" y="241231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5"/>
            <p:cNvSpPr/>
            <p:nvPr/>
          </p:nvSpPr>
          <p:spPr>
            <a:xfrm>
              <a:off x="5540398" y="25608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6"/>
            <p:cNvSpPr/>
            <p:nvPr/>
          </p:nvSpPr>
          <p:spPr>
            <a:xfrm>
              <a:off x="5368351" y="289712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7"/>
            <p:cNvSpPr/>
            <p:nvPr/>
          </p:nvSpPr>
          <p:spPr>
            <a:xfrm>
              <a:off x="5471595" y="26133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8"/>
            <p:cNvSpPr/>
            <p:nvPr/>
          </p:nvSpPr>
          <p:spPr>
            <a:xfrm>
              <a:off x="5515023" y="25976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499"/>
            <p:cNvSpPr/>
            <p:nvPr/>
          </p:nvSpPr>
          <p:spPr>
            <a:xfrm>
              <a:off x="5472580" y="24175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0"/>
            <p:cNvSpPr/>
            <p:nvPr/>
          </p:nvSpPr>
          <p:spPr>
            <a:xfrm>
              <a:off x="5456079" y="302929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1"/>
            <p:cNvSpPr/>
            <p:nvPr/>
          </p:nvSpPr>
          <p:spPr>
            <a:xfrm>
              <a:off x="5625718" y="24821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2"/>
            <p:cNvSpPr/>
            <p:nvPr/>
          </p:nvSpPr>
          <p:spPr>
            <a:xfrm>
              <a:off x="5412417" y="242622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3"/>
            <p:cNvSpPr/>
            <p:nvPr/>
          </p:nvSpPr>
          <p:spPr>
            <a:xfrm>
              <a:off x="5536685" y="27130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4"/>
            <p:cNvSpPr/>
            <p:nvPr/>
          </p:nvSpPr>
          <p:spPr>
            <a:xfrm>
              <a:off x="5637724" y="29695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5"/>
            <p:cNvSpPr/>
            <p:nvPr/>
          </p:nvSpPr>
          <p:spPr>
            <a:xfrm>
              <a:off x="5632608" y="29467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6"/>
            <p:cNvSpPr/>
            <p:nvPr/>
          </p:nvSpPr>
          <p:spPr>
            <a:xfrm>
              <a:off x="5483733" y="26620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7"/>
            <p:cNvSpPr/>
            <p:nvPr/>
          </p:nvSpPr>
          <p:spPr>
            <a:xfrm>
              <a:off x="5558242" y="24456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8"/>
            <p:cNvSpPr/>
            <p:nvPr/>
          </p:nvSpPr>
          <p:spPr>
            <a:xfrm>
              <a:off x="5794886" y="27609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09"/>
            <p:cNvSpPr/>
            <p:nvPr/>
          </p:nvSpPr>
          <p:spPr>
            <a:xfrm>
              <a:off x="5654971" y="262271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0"/>
            <p:cNvSpPr/>
            <p:nvPr/>
          </p:nvSpPr>
          <p:spPr>
            <a:xfrm>
              <a:off x="5679504" y="303924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1"/>
            <p:cNvSpPr/>
            <p:nvPr/>
          </p:nvSpPr>
          <p:spPr>
            <a:xfrm>
              <a:off x="5644712" y="32284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2"/>
            <p:cNvSpPr/>
            <p:nvPr/>
          </p:nvSpPr>
          <p:spPr>
            <a:xfrm>
              <a:off x="5612681" y="305693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3"/>
            <p:cNvSpPr/>
            <p:nvPr/>
          </p:nvSpPr>
          <p:spPr>
            <a:xfrm>
              <a:off x="5527617" y="276810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4"/>
            <p:cNvSpPr/>
            <p:nvPr/>
          </p:nvSpPr>
          <p:spPr>
            <a:xfrm>
              <a:off x="5726495" y="32670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5"/>
            <p:cNvSpPr/>
            <p:nvPr/>
          </p:nvSpPr>
          <p:spPr>
            <a:xfrm>
              <a:off x="5475560" y="209118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6"/>
            <p:cNvSpPr/>
            <p:nvPr/>
          </p:nvSpPr>
          <p:spPr>
            <a:xfrm>
              <a:off x="5630954" y="28138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7"/>
            <p:cNvSpPr/>
            <p:nvPr/>
          </p:nvSpPr>
          <p:spPr>
            <a:xfrm>
              <a:off x="5462695" y="22203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8"/>
            <p:cNvSpPr/>
            <p:nvPr/>
          </p:nvSpPr>
          <p:spPr>
            <a:xfrm>
              <a:off x="5536582" y="29878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19"/>
            <p:cNvSpPr/>
            <p:nvPr/>
          </p:nvSpPr>
          <p:spPr>
            <a:xfrm>
              <a:off x="5592266" y="2454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0"/>
            <p:cNvSpPr/>
            <p:nvPr/>
          </p:nvSpPr>
          <p:spPr>
            <a:xfrm>
              <a:off x="5558235" y="21685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1"/>
            <p:cNvSpPr/>
            <p:nvPr/>
          </p:nvSpPr>
          <p:spPr>
            <a:xfrm>
              <a:off x="5402321" y="23578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2"/>
            <p:cNvSpPr/>
            <p:nvPr/>
          </p:nvSpPr>
          <p:spPr>
            <a:xfrm>
              <a:off x="5498934" y="24521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3"/>
            <p:cNvSpPr/>
            <p:nvPr/>
          </p:nvSpPr>
          <p:spPr>
            <a:xfrm>
              <a:off x="5558471" y="20315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4"/>
            <p:cNvSpPr/>
            <p:nvPr/>
          </p:nvSpPr>
          <p:spPr>
            <a:xfrm>
              <a:off x="5517366" y="23121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5"/>
            <p:cNvSpPr/>
            <p:nvPr/>
          </p:nvSpPr>
          <p:spPr>
            <a:xfrm>
              <a:off x="5572023" y="2244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6"/>
            <p:cNvSpPr/>
            <p:nvPr/>
          </p:nvSpPr>
          <p:spPr>
            <a:xfrm>
              <a:off x="5678364" y="28907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7"/>
            <p:cNvSpPr/>
            <p:nvPr/>
          </p:nvSpPr>
          <p:spPr>
            <a:xfrm>
              <a:off x="5549588" y="25721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8"/>
            <p:cNvSpPr/>
            <p:nvPr/>
          </p:nvSpPr>
          <p:spPr>
            <a:xfrm>
              <a:off x="5472908" y="20369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29"/>
            <p:cNvSpPr/>
            <p:nvPr/>
          </p:nvSpPr>
          <p:spPr>
            <a:xfrm>
              <a:off x="5614398" y="263382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0"/>
            <p:cNvSpPr/>
            <p:nvPr/>
          </p:nvSpPr>
          <p:spPr>
            <a:xfrm>
              <a:off x="5531177" y="25741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1"/>
            <p:cNvSpPr/>
            <p:nvPr/>
          </p:nvSpPr>
          <p:spPr>
            <a:xfrm>
              <a:off x="5713581" y="31889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2"/>
            <p:cNvSpPr/>
            <p:nvPr/>
          </p:nvSpPr>
          <p:spPr>
            <a:xfrm>
              <a:off x="5575736" y="21595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3"/>
            <p:cNvSpPr/>
            <p:nvPr/>
          </p:nvSpPr>
          <p:spPr>
            <a:xfrm>
              <a:off x="5535938" y="198379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4"/>
            <p:cNvSpPr/>
            <p:nvPr/>
          </p:nvSpPr>
          <p:spPr>
            <a:xfrm>
              <a:off x="5539606" y="21654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5"/>
            <p:cNvSpPr/>
            <p:nvPr/>
          </p:nvSpPr>
          <p:spPr>
            <a:xfrm>
              <a:off x="5421621" y="232990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6"/>
            <p:cNvSpPr/>
            <p:nvPr/>
          </p:nvSpPr>
          <p:spPr>
            <a:xfrm>
              <a:off x="5665394" y="228113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7"/>
            <p:cNvSpPr/>
            <p:nvPr/>
          </p:nvSpPr>
          <p:spPr>
            <a:xfrm>
              <a:off x="5548792" y="231481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8"/>
            <p:cNvSpPr/>
            <p:nvPr/>
          </p:nvSpPr>
          <p:spPr>
            <a:xfrm>
              <a:off x="5473404" y="19127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39"/>
            <p:cNvSpPr/>
            <p:nvPr/>
          </p:nvSpPr>
          <p:spPr>
            <a:xfrm>
              <a:off x="5483561" y="27806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0"/>
            <p:cNvSpPr/>
            <p:nvPr/>
          </p:nvSpPr>
          <p:spPr>
            <a:xfrm>
              <a:off x="5570892" y="24572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1"/>
            <p:cNvSpPr/>
            <p:nvPr/>
          </p:nvSpPr>
          <p:spPr>
            <a:xfrm>
              <a:off x="5536380" y="2200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2"/>
            <p:cNvSpPr/>
            <p:nvPr/>
          </p:nvSpPr>
          <p:spPr>
            <a:xfrm>
              <a:off x="5499108" y="21398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3"/>
            <p:cNvSpPr/>
            <p:nvPr/>
          </p:nvSpPr>
          <p:spPr>
            <a:xfrm>
              <a:off x="5345359" y="220555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4"/>
            <p:cNvSpPr/>
            <p:nvPr/>
          </p:nvSpPr>
          <p:spPr>
            <a:xfrm>
              <a:off x="5569220" y="24637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5"/>
            <p:cNvSpPr/>
            <p:nvPr/>
          </p:nvSpPr>
          <p:spPr>
            <a:xfrm>
              <a:off x="5476169" y="231738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6"/>
            <p:cNvSpPr/>
            <p:nvPr/>
          </p:nvSpPr>
          <p:spPr>
            <a:xfrm>
              <a:off x="5512374" y="25173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7"/>
            <p:cNvSpPr/>
            <p:nvPr/>
          </p:nvSpPr>
          <p:spPr>
            <a:xfrm>
              <a:off x="5355960" y="203360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8"/>
            <p:cNvSpPr/>
            <p:nvPr/>
          </p:nvSpPr>
          <p:spPr>
            <a:xfrm>
              <a:off x="5384799" y="221537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49"/>
            <p:cNvSpPr/>
            <p:nvPr/>
          </p:nvSpPr>
          <p:spPr>
            <a:xfrm>
              <a:off x="5532012" y="26407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0"/>
            <p:cNvSpPr/>
            <p:nvPr/>
          </p:nvSpPr>
          <p:spPr>
            <a:xfrm>
              <a:off x="5468715" y="26740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1"/>
            <p:cNvSpPr/>
            <p:nvPr/>
          </p:nvSpPr>
          <p:spPr>
            <a:xfrm>
              <a:off x="5441200" y="26176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2"/>
            <p:cNvSpPr/>
            <p:nvPr/>
          </p:nvSpPr>
          <p:spPr>
            <a:xfrm>
              <a:off x="5453037" y="25411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3"/>
            <p:cNvSpPr/>
            <p:nvPr/>
          </p:nvSpPr>
          <p:spPr>
            <a:xfrm>
              <a:off x="5563648" y="251917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4"/>
            <p:cNvSpPr/>
            <p:nvPr/>
          </p:nvSpPr>
          <p:spPr>
            <a:xfrm>
              <a:off x="5518061" y="17771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5"/>
            <p:cNvSpPr/>
            <p:nvPr/>
          </p:nvSpPr>
          <p:spPr>
            <a:xfrm>
              <a:off x="5548007" y="23971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6"/>
            <p:cNvSpPr/>
            <p:nvPr/>
          </p:nvSpPr>
          <p:spPr>
            <a:xfrm>
              <a:off x="5444824" y="20984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7"/>
            <p:cNvSpPr/>
            <p:nvPr/>
          </p:nvSpPr>
          <p:spPr>
            <a:xfrm>
              <a:off x="5420093" y="241854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8"/>
            <p:cNvSpPr/>
            <p:nvPr/>
          </p:nvSpPr>
          <p:spPr>
            <a:xfrm>
              <a:off x="5592289" y="25855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59"/>
            <p:cNvSpPr/>
            <p:nvPr/>
          </p:nvSpPr>
          <p:spPr>
            <a:xfrm>
              <a:off x="5491401" y="21585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0"/>
            <p:cNvSpPr/>
            <p:nvPr/>
          </p:nvSpPr>
          <p:spPr>
            <a:xfrm>
              <a:off x="5426778" y="23206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1"/>
            <p:cNvSpPr/>
            <p:nvPr/>
          </p:nvSpPr>
          <p:spPr>
            <a:xfrm>
              <a:off x="5534142" y="20223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2"/>
            <p:cNvSpPr/>
            <p:nvPr/>
          </p:nvSpPr>
          <p:spPr>
            <a:xfrm>
              <a:off x="5583435" y="24958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3"/>
            <p:cNvSpPr/>
            <p:nvPr/>
          </p:nvSpPr>
          <p:spPr>
            <a:xfrm>
              <a:off x="5586868" y="236497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4"/>
            <p:cNvSpPr/>
            <p:nvPr/>
          </p:nvSpPr>
          <p:spPr>
            <a:xfrm>
              <a:off x="5686448" y="256615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5"/>
            <p:cNvSpPr/>
            <p:nvPr/>
          </p:nvSpPr>
          <p:spPr>
            <a:xfrm>
              <a:off x="5536778" y="21365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6"/>
            <p:cNvSpPr/>
            <p:nvPr/>
          </p:nvSpPr>
          <p:spPr>
            <a:xfrm>
              <a:off x="5441603" y="237703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7"/>
            <p:cNvSpPr/>
            <p:nvPr/>
          </p:nvSpPr>
          <p:spPr>
            <a:xfrm>
              <a:off x="5445011" y="26339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8"/>
            <p:cNvSpPr/>
            <p:nvPr/>
          </p:nvSpPr>
          <p:spPr>
            <a:xfrm>
              <a:off x="5499568" y="249457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69"/>
            <p:cNvSpPr/>
            <p:nvPr/>
          </p:nvSpPr>
          <p:spPr>
            <a:xfrm>
              <a:off x="5460242" y="22300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0"/>
            <p:cNvSpPr/>
            <p:nvPr/>
          </p:nvSpPr>
          <p:spPr>
            <a:xfrm>
              <a:off x="5508937" y="23143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1"/>
            <p:cNvSpPr/>
            <p:nvPr/>
          </p:nvSpPr>
          <p:spPr>
            <a:xfrm>
              <a:off x="5428240" y="22592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2"/>
            <p:cNvSpPr/>
            <p:nvPr/>
          </p:nvSpPr>
          <p:spPr>
            <a:xfrm>
              <a:off x="5428404" y="2147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3"/>
            <p:cNvSpPr/>
            <p:nvPr/>
          </p:nvSpPr>
          <p:spPr>
            <a:xfrm>
              <a:off x="5778249" y="31556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4"/>
            <p:cNvSpPr/>
            <p:nvPr/>
          </p:nvSpPr>
          <p:spPr>
            <a:xfrm>
              <a:off x="5428984" y="21629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5"/>
            <p:cNvSpPr/>
            <p:nvPr/>
          </p:nvSpPr>
          <p:spPr>
            <a:xfrm>
              <a:off x="5778729" y="27503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6"/>
            <p:cNvSpPr/>
            <p:nvPr/>
          </p:nvSpPr>
          <p:spPr>
            <a:xfrm>
              <a:off x="5572593" y="21767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7"/>
            <p:cNvSpPr/>
            <p:nvPr/>
          </p:nvSpPr>
          <p:spPr>
            <a:xfrm>
              <a:off x="5554343" y="201133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8"/>
            <p:cNvSpPr/>
            <p:nvPr/>
          </p:nvSpPr>
          <p:spPr>
            <a:xfrm>
              <a:off x="5519810" y="23945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79"/>
            <p:cNvSpPr/>
            <p:nvPr/>
          </p:nvSpPr>
          <p:spPr>
            <a:xfrm>
              <a:off x="5493260" y="195230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0"/>
            <p:cNvSpPr/>
            <p:nvPr/>
          </p:nvSpPr>
          <p:spPr>
            <a:xfrm>
              <a:off x="5444082" y="245318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1"/>
            <p:cNvSpPr/>
            <p:nvPr/>
          </p:nvSpPr>
          <p:spPr>
            <a:xfrm>
              <a:off x="5476149" y="22968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2"/>
            <p:cNvSpPr/>
            <p:nvPr/>
          </p:nvSpPr>
          <p:spPr>
            <a:xfrm>
              <a:off x="5693556" y="25977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3"/>
            <p:cNvSpPr/>
            <p:nvPr/>
          </p:nvSpPr>
          <p:spPr>
            <a:xfrm>
              <a:off x="5528997" y="23192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4"/>
            <p:cNvSpPr/>
            <p:nvPr/>
          </p:nvSpPr>
          <p:spPr>
            <a:xfrm>
              <a:off x="5557025" y="26251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5"/>
            <p:cNvSpPr/>
            <p:nvPr/>
          </p:nvSpPr>
          <p:spPr>
            <a:xfrm>
              <a:off x="5565905" y="26068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6"/>
            <p:cNvSpPr/>
            <p:nvPr/>
          </p:nvSpPr>
          <p:spPr>
            <a:xfrm>
              <a:off x="5738308" y="28268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7"/>
            <p:cNvSpPr/>
            <p:nvPr/>
          </p:nvSpPr>
          <p:spPr>
            <a:xfrm>
              <a:off x="5547082" y="2491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8"/>
            <p:cNvSpPr/>
            <p:nvPr/>
          </p:nvSpPr>
          <p:spPr>
            <a:xfrm>
              <a:off x="5486362" y="18931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89"/>
            <p:cNvSpPr/>
            <p:nvPr/>
          </p:nvSpPr>
          <p:spPr>
            <a:xfrm>
              <a:off x="5626727" y="22895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0"/>
            <p:cNvSpPr/>
            <p:nvPr/>
          </p:nvSpPr>
          <p:spPr>
            <a:xfrm>
              <a:off x="5461413" y="19533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1"/>
            <p:cNvSpPr/>
            <p:nvPr/>
          </p:nvSpPr>
          <p:spPr>
            <a:xfrm>
              <a:off x="5713028" y="22509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2"/>
            <p:cNvSpPr/>
            <p:nvPr/>
          </p:nvSpPr>
          <p:spPr>
            <a:xfrm>
              <a:off x="5655379" y="22567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3"/>
            <p:cNvSpPr/>
            <p:nvPr/>
          </p:nvSpPr>
          <p:spPr>
            <a:xfrm>
              <a:off x="5609406" y="23373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4"/>
            <p:cNvSpPr/>
            <p:nvPr/>
          </p:nvSpPr>
          <p:spPr>
            <a:xfrm>
              <a:off x="5686662" y="23035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5"/>
            <p:cNvSpPr/>
            <p:nvPr/>
          </p:nvSpPr>
          <p:spPr>
            <a:xfrm>
              <a:off x="5500632" y="24130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6"/>
            <p:cNvSpPr/>
            <p:nvPr/>
          </p:nvSpPr>
          <p:spPr>
            <a:xfrm>
              <a:off x="5547770" y="22741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7"/>
            <p:cNvSpPr/>
            <p:nvPr/>
          </p:nvSpPr>
          <p:spPr>
            <a:xfrm>
              <a:off x="5625128" y="235503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8"/>
            <p:cNvSpPr/>
            <p:nvPr/>
          </p:nvSpPr>
          <p:spPr>
            <a:xfrm>
              <a:off x="5653912" y="300933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599"/>
            <p:cNvSpPr/>
            <p:nvPr/>
          </p:nvSpPr>
          <p:spPr>
            <a:xfrm>
              <a:off x="5538576" y="267648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0"/>
            <p:cNvSpPr/>
            <p:nvPr/>
          </p:nvSpPr>
          <p:spPr>
            <a:xfrm>
              <a:off x="5647934" y="27116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1"/>
            <p:cNvSpPr/>
            <p:nvPr/>
          </p:nvSpPr>
          <p:spPr>
            <a:xfrm>
              <a:off x="5584433" y="22544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2"/>
            <p:cNvSpPr/>
            <p:nvPr/>
          </p:nvSpPr>
          <p:spPr>
            <a:xfrm>
              <a:off x="5558885" y="26943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3"/>
            <p:cNvSpPr/>
            <p:nvPr/>
          </p:nvSpPr>
          <p:spPr>
            <a:xfrm>
              <a:off x="5518671" y="2305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4"/>
            <p:cNvSpPr/>
            <p:nvPr/>
          </p:nvSpPr>
          <p:spPr>
            <a:xfrm>
              <a:off x="5416548" y="21342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5"/>
            <p:cNvSpPr/>
            <p:nvPr/>
          </p:nvSpPr>
          <p:spPr>
            <a:xfrm>
              <a:off x="5626393" y="27636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6"/>
            <p:cNvSpPr/>
            <p:nvPr/>
          </p:nvSpPr>
          <p:spPr>
            <a:xfrm>
              <a:off x="4868732" y="273096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7"/>
            <p:cNvSpPr/>
            <p:nvPr/>
          </p:nvSpPr>
          <p:spPr>
            <a:xfrm>
              <a:off x="5538948" y="26948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8"/>
            <p:cNvSpPr/>
            <p:nvPr/>
          </p:nvSpPr>
          <p:spPr>
            <a:xfrm>
              <a:off x="5391216" y="24037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09"/>
            <p:cNvSpPr/>
            <p:nvPr/>
          </p:nvSpPr>
          <p:spPr>
            <a:xfrm>
              <a:off x="5503469" y="21456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0"/>
            <p:cNvSpPr/>
            <p:nvPr/>
          </p:nvSpPr>
          <p:spPr>
            <a:xfrm>
              <a:off x="5556584" y="233974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1"/>
            <p:cNvSpPr/>
            <p:nvPr/>
          </p:nvSpPr>
          <p:spPr>
            <a:xfrm>
              <a:off x="5363274" y="218607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2"/>
            <p:cNvSpPr/>
            <p:nvPr/>
          </p:nvSpPr>
          <p:spPr>
            <a:xfrm>
              <a:off x="5452054" y="24064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3"/>
            <p:cNvSpPr/>
            <p:nvPr/>
          </p:nvSpPr>
          <p:spPr>
            <a:xfrm>
              <a:off x="5547046" y="24673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4"/>
            <p:cNvSpPr/>
            <p:nvPr/>
          </p:nvSpPr>
          <p:spPr>
            <a:xfrm>
              <a:off x="5511036" y="170037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5"/>
            <p:cNvSpPr/>
            <p:nvPr/>
          </p:nvSpPr>
          <p:spPr>
            <a:xfrm>
              <a:off x="5646423" y="22598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6"/>
            <p:cNvSpPr/>
            <p:nvPr/>
          </p:nvSpPr>
          <p:spPr>
            <a:xfrm>
              <a:off x="5845310" y="16702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7"/>
            <p:cNvSpPr/>
            <p:nvPr/>
          </p:nvSpPr>
          <p:spPr>
            <a:xfrm>
              <a:off x="5558665" y="144848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8"/>
            <p:cNvSpPr/>
            <p:nvPr/>
          </p:nvSpPr>
          <p:spPr>
            <a:xfrm>
              <a:off x="5320026" y="294849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19"/>
            <p:cNvSpPr/>
            <p:nvPr/>
          </p:nvSpPr>
          <p:spPr>
            <a:xfrm>
              <a:off x="5419591" y="19078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0"/>
            <p:cNvSpPr/>
            <p:nvPr/>
          </p:nvSpPr>
          <p:spPr>
            <a:xfrm>
              <a:off x="5630512" y="25699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1"/>
            <p:cNvSpPr/>
            <p:nvPr/>
          </p:nvSpPr>
          <p:spPr>
            <a:xfrm>
              <a:off x="5471754" y="25944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2"/>
            <p:cNvSpPr/>
            <p:nvPr/>
          </p:nvSpPr>
          <p:spPr>
            <a:xfrm>
              <a:off x="5583654" y="253129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3"/>
            <p:cNvSpPr/>
            <p:nvPr/>
          </p:nvSpPr>
          <p:spPr>
            <a:xfrm>
              <a:off x="5635971" y="24594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4"/>
            <p:cNvSpPr/>
            <p:nvPr/>
          </p:nvSpPr>
          <p:spPr>
            <a:xfrm>
              <a:off x="5561217" y="22508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5"/>
            <p:cNvSpPr/>
            <p:nvPr/>
          </p:nvSpPr>
          <p:spPr>
            <a:xfrm>
              <a:off x="5515697" y="240106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6"/>
            <p:cNvSpPr/>
            <p:nvPr/>
          </p:nvSpPr>
          <p:spPr>
            <a:xfrm>
              <a:off x="5569750" y="29591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7"/>
            <p:cNvSpPr/>
            <p:nvPr/>
          </p:nvSpPr>
          <p:spPr>
            <a:xfrm>
              <a:off x="5653718" y="270234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8"/>
            <p:cNvSpPr/>
            <p:nvPr/>
          </p:nvSpPr>
          <p:spPr>
            <a:xfrm>
              <a:off x="5553383" y="25106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29"/>
            <p:cNvSpPr/>
            <p:nvPr/>
          </p:nvSpPr>
          <p:spPr>
            <a:xfrm>
              <a:off x="5776440" y="28204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0"/>
            <p:cNvSpPr/>
            <p:nvPr/>
          </p:nvSpPr>
          <p:spPr>
            <a:xfrm>
              <a:off x="5573242" y="20084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1"/>
            <p:cNvSpPr/>
            <p:nvPr/>
          </p:nvSpPr>
          <p:spPr>
            <a:xfrm>
              <a:off x="5424615" y="24617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2"/>
            <p:cNvSpPr/>
            <p:nvPr/>
          </p:nvSpPr>
          <p:spPr>
            <a:xfrm>
              <a:off x="5703548" y="25129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3"/>
            <p:cNvSpPr/>
            <p:nvPr/>
          </p:nvSpPr>
          <p:spPr>
            <a:xfrm>
              <a:off x="5501336" y="22827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4"/>
            <p:cNvSpPr/>
            <p:nvPr/>
          </p:nvSpPr>
          <p:spPr>
            <a:xfrm>
              <a:off x="5687750" y="248292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5"/>
            <p:cNvSpPr/>
            <p:nvPr/>
          </p:nvSpPr>
          <p:spPr>
            <a:xfrm>
              <a:off x="5776608" y="292456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6"/>
            <p:cNvSpPr/>
            <p:nvPr/>
          </p:nvSpPr>
          <p:spPr>
            <a:xfrm>
              <a:off x="5824807" y="16606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7"/>
            <p:cNvSpPr/>
            <p:nvPr/>
          </p:nvSpPr>
          <p:spPr>
            <a:xfrm>
              <a:off x="5556817" y="25803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8"/>
            <p:cNvSpPr/>
            <p:nvPr/>
          </p:nvSpPr>
          <p:spPr>
            <a:xfrm>
              <a:off x="5473783" y="18532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39"/>
            <p:cNvSpPr/>
            <p:nvPr/>
          </p:nvSpPr>
          <p:spPr>
            <a:xfrm>
              <a:off x="5505666" y="273311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0"/>
            <p:cNvSpPr/>
            <p:nvPr/>
          </p:nvSpPr>
          <p:spPr>
            <a:xfrm>
              <a:off x="5593427" y="25950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1"/>
            <p:cNvSpPr/>
            <p:nvPr/>
          </p:nvSpPr>
          <p:spPr>
            <a:xfrm>
              <a:off x="5278115" y="23081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2"/>
            <p:cNvSpPr/>
            <p:nvPr/>
          </p:nvSpPr>
          <p:spPr>
            <a:xfrm>
              <a:off x="5467203" y="26945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3"/>
            <p:cNvSpPr/>
            <p:nvPr/>
          </p:nvSpPr>
          <p:spPr>
            <a:xfrm>
              <a:off x="5778188" y="179449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4"/>
            <p:cNvSpPr/>
            <p:nvPr/>
          </p:nvSpPr>
          <p:spPr>
            <a:xfrm>
              <a:off x="5314548" y="244543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5"/>
            <p:cNvSpPr/>
            <p:nvPr/>
          </p:nvSpPr>
          <p:spPr>
            <a:xfrm>
              <a:off x="5629417" y="21336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6"/>
            <p:cNvSpPr/>
            <p:nvPr/>
          </p:nvSpPr>
          <p:spPr>
            <a:xfrm>
              <a:off x="5487597" y="23363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7"/>
            <p:cNvSpPr/>
            <p:nvPr/>
          </p:nvSpPr>
          <p:spPr>
            <a:xfrm>
              <a:off x="5458148" y="20402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8"/>
            <p:cNvSpPr/>
            <p:nvPr/>
          </p:nvSpPr>
          <p:spPr>
            <a:xfrm>
              <a:off x="5624452" y="20981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49"/>
            <p:cNvSpPr/>
            <p:nvPr/>
          </p:nvSpPr>
          <p:spPr>
            <a:xfrm>
              <a:off x="5753521" y="213291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0"/>
            <p:cNvSpPr/>
            <p:nvPr/>
          </p:nvSpPr>
          <p:spPr>
            <a:xfrm>
              <a:off x="5442057" y="237726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1"/>
            <p:cNvSpPr/>
            <p:nvPr/>
          </p:nvSpPr>
          <p:spPr>
            <a:xfrm>
              <a:off x="5580839" y="2728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2"/>
            <p:cNvSpPr/>
            <p:nvPr/>
          </p:nvSpPr>
          <p:spPr>
            <a:xfrm>
              <a:off x="5414069" y="27730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3"/>
            <p:cNvSpPr/>
            <p:nvPr/>
          </p:nvSpPr>
          <p:spPr>
            <a:xfrm>
              <a:off x="5302337" y="233721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4"/>
            <p:cNvSpPr/>
            <p:nvPr/>
          </p:nvSpPr>
          <p:spPr>
            <a:xfrm>
              <a:off x="5508480" y="28107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5"/>
            <p:cNvSpPr/>
            <p:nvPr/>
          </p:nvSpPr>
          <p:spPr>
            <a:xfrm>
              <a:off x="5069097" y="243972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6"/>
            <p:cNvSpPr/>
            <p:nvPr/>
          </p:nvSpPr>
          <p:spPr>
            <a:xfrm>
              <a:off x="5429413" y="29501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7"/>
            <p:cNvSpPr/>
            <p:nvPr/>
          </p:nvSpPr>
          <p:spPr>
            <a:xfrm>
              <a:off x="5315971" y="250713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8"/>
            <p:cNvSpPr/>
            <p:nvPr/>
          </p:nvSpPr>
          <p:spPr>
            <a:xfrm>
              <a:off x="5425291" y="24363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59"/>
            <p:cNvSpPr/>
            <p:nvPr/>
          </p:nvSpPr>
          <p:spPr>
            <a:xfrm>
              <a:off x="6791438" y="243644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0"/>
            <p:cNvSpPr/>
            <p:nvPr/>
          </p:nvSpPr>
          <p:spPr>
            <a:xfrm>
              <a:off x="5477961" y="23515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1"/>
            <p:cNvSpPr/>
            <p:nvPr/>
          </p:nvSpPr>
          <p:spPr>
            <a:xfrm>
              <a:off x="5467596" y="24698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2"/>
            <p:cNvSpPr/>
            <p:nvPr/>
          </p:nvSpPr>
          <p:spPr>
            <a:xfrm>
              <a:off x="5422095" y="2489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3"/>
            <p:cNvSpPr/>
            <p:nvPr/>
          </p:nvSpPr>
          <p:spPr>
            <a:xfrm>
              <a:off x="5649964" y="17055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4"/>
            <p:cNvSpPr/>
            <p:nvPr/>
          </p:nvSpPr>
          <p:spPr>
            <a:xfrm>
              <a:off x="5590778" y="28053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5"/>
            <p:cNvSpPr/>
            <p:nvPr/>
          </p:nvSpPr>
          <p:spPr>
            <a:xfrm>
              <a:off x="5349068" y="174197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6"/>
            <p:cNvSpPr/>
            <p:nvPr/>
          </p:nvSpPr>
          <p:spPr>
            <a:xfrm>
              <a:off x="5558274" y="272792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7"/>
            <p:cNvSpPr/>
            <p:nvPr/>
          </p:nvSpPr>
          <p:spPr>
            <a:xfrm>
              <a:off x="5681093" y="210166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8"/>
            <p:cNvSpPr/>
            <p:nvPr/>
          </p:nvSpPr>
          <p:spPr>
            <a:xfrm>
              <a:off x="5509286" y="21486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69"/>
            <p:cNvSpPr/>
            <p:nvPr/>
          </p:nvSpPr>
          <p:spPr>
            <a:xfrm>
              <a:off x="5723820" y="20796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0"/>
            <p:cNvSpPr/>
            <p:nvPr/>
          </p:nvSpPr>
          <p:spPr>
            <a:xfrm>
              <a:off x="5404716" y="210420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1"/>
            <p:cNvSpPr/>
            <p:nvPr/>
          </p:nvSpPr>
          <p:spPr>
            <a:xfrm>
              <a:off x="5726696" y="28669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2"/>
            <p:cNvSpPr/>
            <p:nvPr/>
          </p:nvSpPr>
          <p:spPr>
            <a:xfrm>
              <a:off x="5542724" y="17430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3"/>
            <p:cNvSpPr/>
            <p:nvPr/>
          </p:nvSpPr>
          <p:spPr>
            <a:xfrm>
              <a:off x="5690023" y="22463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4"/>
            <p:cNvSpPr/>
            <p:nvPr/>
          </p:nvSpPr>
          <p:spPr>
            <a:xfrm>
              <a:off x="5549926" y="27742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5"/>
            <p:cNvSpPr/>
            <p:nvPr/>
          </p:nvSpPr>
          <p:spPr>
            <a:xfrm>
              <a:off x="5541898" y="25428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6"/>
            <p:cNvSpPr/>
            <p:nvPr/>
          </p:nvSpPr>
          <p:spPr>
            <a:xfrm>
              <a:off x="5715774" y="17864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7"/>
            <p:cNvSpPr/>
            <p:nvPr/>
          </p:nvSpPr>
          <p:spPr>
            <a:xfrm>
              <a:off x="5289765" y="25461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8"/>
            <p:cNvSpPr/>
            <p:nvPr/>
          </p:nvSpPr>
          <p:spPr>
            <a:xfrm>
              <a:off x="5488656" y="23121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79"/>
            <p:cNvSpPr/>
            <p:nvPr/>
          </p:nvSpPr>
          <p:spPr>
            <a:xfrm>
              <a:off x="5366154" y="23470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0"/>
            <p:cNvSpPr/>
            <p:nvPr/>
          </p:nvSpPr>
          <p:spPr>
            <a:xfrm>
              <a:off x="5496365" y="219590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1"/>
            <p:cNvSpPr/>
            <p:nvPr/>
          </p:nvSpPr>
          <p:spPr>
            <a:xfrm>
              <a:off x="5482320" y="30477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2"/>
            <p:cNvSpPr/>
            <p:nvPr/>
          </p:nvSpPr>
          <p:spPr>
            <a:xfrm>
              <a:off x="5355210" y="315395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3"/>
            <p:cNvSpPr/>
            <p:nvPr/>
          </p:nvSpPr>
          <p:spPr>
            <a:xfrm>
              <a:off x="5628743" y="253123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4"/>
            <p:cNvSpPr/>
            <p:nvPr/>
          </p:nvSpPr>
          <p:spPr>
            <a:xfrm>
              <a:off x="5474480" y="26335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5"/>
            <p:cNvSpPr/>
            <p:nvPr/>
          </p:nvSpPr>
          <p:spPr>
            <a:xfrm>
              <a:off x="5357131" y="256172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6"/>
            <p:cNvSpPr/>
            <p:nvPr/>
          </p:nvSpPr>
          <p:spPr>
            <a:xfrm>
              <a:off x="5444870" y="294912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7"/>
            <p:cNvSpPr/>
            <p:nvPr/>
          </p:nvSpPr>
          <p:spPr>
            <a:xfrm>
              <a:off x="5825622" y="220966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8"/>
            <p:cNvSpPr/>
            <p:nvPr/>
          </p:nvSpPr>
          <p:spPr>
            <a:xfrm>
              <a:off x="5619512" y="26193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89"/>
            <p:cNvSpPr/>
            <p:nvPr/>
          </p:nvSpPr>
          <p:spPr>
            <a:xfrm>
              <a:off x="5361136" y="27890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0"/>
            <p:cNvSpPr/>
            <p:nvPr/>
          </p:nvSpPr>
          <p:spPr>
            <a:xfrm>
              <a:off x="5575166" y="22998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1"/>
            <p:cNvSpPr/>
            <p:nvPr/>
          </p:nvSpPr>
          <p:spPr>
            <a:xfrm>
              <a:off x="5468624" y="26984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2"/>
            <p:cNvSpPr/>
            <p:nvPr/>
          </p:nvSpPr>
          <p:spPr>
            <a:xfrm>
              <a:off x="5614345" y="18151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3"/>
            <p:cNvSpPr/>
            <p:nvPr/>
          </p:nvSpPr>
          <p:spPr>
            <a:xfrm>
              <a:off x="5516807" y="25692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4"/>
            <p:cNvSpPr/>
            <p:nvPr/>
          </p:nvSpPr>
          <p:spPr>
            <a:xfrm>
              <a:off x="5423411" y="26047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5"/>
            <p:cNvSpPr/>
            <p:nvPr/>
          </p:nvSpPr>
          <p:spPr>
            <a:xfrm>
              <a:off x="5461675" y="25212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6"/>
            <p:cNvSpPr/>
            <p:nvPr/>
          </p:nvSpPr>
          <p:spPr>
            <a:xfrm>
              <a:off x="5516721" y="22240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7"/>
            <p:cNvSpPr/>
            <p:nvPr/>
          </p:nvSpPr>
          <p:spPr>
            <a:xfrm>
              <a:off x="5488407" y="23639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8"/>
            <p:cNvSpPr/>
            <p:nvPr/>
          </p:nvSpPr>
          <p:spPr>
            <a:xfrm>
              <a:off x="5506018" y="24290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699"/>
            <p:cNvSpPr/>
            <p:nvPr/>
          </p:nvSpPr>
          <p:spPr>
            <a:xfrm>
              <a:off x="5663706" y="28136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0"/>
            <p:cNvSpPr/>
            <p:nvPr/>
          </p:nvSpPr>
          <p:spPr>
            <a:xfrm>
              <a:off x="5512328" y="23392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1"/>
            <p:cNvSpPr/>
            <p:nvPr/>
          </p:nvSpPr>
          <p:spPr>
            <a:xfrm>
              <a:off x="5426865" y="26360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2"/>
            <p:cNvSpPr/>
            <p:nvPr/>
          </p:nvSpPr>
          <p:spPr>
            <a:xfrm>
              <a:off x="5479890" y="23318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3"/>
            <p:cNvSpPr/>
            <p:nvPr/>
          </p:nvSpPr>
          <p:spPr>
            <a:xfrm>
              <a:off x="5604047" y="21139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4"/>
            <p:cNvSpPr/>
            <p:nvPr/>
          </p:nvSpPr>
          <p:spPr>
            <a:xfrm>
              <a:off x="5158543" y="19421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5"/>
            <p:cNvSpPr/>
            <p:nvPr/>
          </p:nvSpPr>
          <p:spPr>
            <a:xfrm>
              <a:off x="5554930" y="20950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6"/>
            <p:cNvSpPr/>
            <p:nvPr/>
          </p:nvSpPr>
          <p:spPr>
            <a:xfrm>
              <a:off x="5534358" y="22462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7"/>
            <p:cNvSpPr/>
            <p:nvPr/>
          </p:nvSpPr>
          <p:spPr>
            <a:xfrm>
              <a:off x="5577019" y="20122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8"/>
            <p:cNvSpPr/>
            <p:nvPr/>
          </p:nvSpPr>
          <p:spPr>
            <a:xfrm>
              <a:off x="5681459" y="21183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09"/>
            <p:cNvSpPr/>
            <p:nvPr/>
          </p:nvSpPr>
          <p:spPr>
            <a:xfrm>
              <a:off x="5716322" y="24347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0"/>
            <p:cNvSpPr/>
            <p:nvPr/>
          </p:nvSpPr>
          <p:spPr>
            <a:xfrm>
              <a:off x="5577947" y="23796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1"/>
            <p:cNvSpPr/>
            <p:nvPr/>
          </p:nvSpPr>
          <p:spPr>
            <a:xfrm>
              <a:off x="5530387" y="27693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2"/>
            <p:cNvSpPr/>
            <p:nvPr/>
          </p:nvSpPr>
          <p:spPr>
            <a:xfrm>
              <a:off x="5662280" y="279386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3"/>
            <p:cNvSpPr/>
            <p:nvPr/>
          </p:nvSpPr>
          <p:spPr>
            <a:xfrm>
              <a:off x="5780424" y="168442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4"/>
            <p:cNvSpPr/>
            <p:nvPr/>
          </p:nvSpPr>
          <p:spPr>
            <a:xfrm>
              <a:off x="5491477" y="24393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5"/>
            <p:cNvSpPr/>
            <p:nvPr/>
          </p:nvSpPr>
          <p:spPr>
            <a:xfrm>
              <a:off x="5468418" y="25387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6"/>
            <p:cNvSpPr/>
            <p:nvPr/>
          </p:nvSpPr>
          <p:spPr>
            <a:xfrm>
              <a:off x="5609350" y="259086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7"/>
            <p:cNvSpPr/>
            <p:nvPr/>
          </p:nvSpPr>
          <p:spPr>
            <a:xfrm>
              <a:off x="5438930" y="25699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8"/>
            <p:cNvSpPr/>
            <p:nvPr/>
          </p:nvSpPr>
          <p:spPr>
            <a:xfrm>
              <a:off x="5497342" y="26120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19"/>
            <p:cNvSpPr/>
            <p:nvPr/>
          </p:nvSpPr>
          <p:spPr>
            <a:xfrm>
              <a:off x="5526195" y="25223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0"/>
            <p:cNvSpPr/>
            <p:nvPr/>
          </p:nvSpPr>
          <p:spPr>
            <a:xfrm>
              <a:off x="5750595" y="295759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1"/>
            <p:cNvSpPr/>
            <p:nvPr/>
          </p:nvSpPr>
          <p:spPr>
            <a:xfrm>
              <a:off x="5531346" y="23455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2"/>
            <p:cNvSpPr/>
            <p:nvPr/>
          </p:nvSpPr>
          <p:spPr>
            <a:xfrm>
              <a:off x="5484495" y="23093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3"/>
            <p:cNvSpPr/>
            <p:nvPr/>
          </p:nvSpPr>
          <p:spPr>
            <a:xfrm>
              <a:off x="5067321" y="270800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4"/>
            <p:cNvSpPr/>
            <p:nvPr/>
          </p:nvSpPr>
          <p:spPr>
            <a:xfrm>
              <a:off x="5571303" y="21382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5"/>
            <p:cNvSpPr/>
            <p:nvPr/>
          </p:nvSpPr>
          <p:spPr>
            <a:xfrm>
              <a:off x="5449954" y="20781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6"/>
            <p:cNvSpPr/>
            <p:nvPr/>
          </p:nvSpPr>
          <p:spPr>
            <a:xfrm>
              <a:off x="5650920" y="26648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7"/>
            <p:cNvSpPr/>
            <p:nvPr/>
          </p:nvSpPr>
          <p:spPr>
            <a:xfrm>
              <a:off x="5750414" y="26329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8"/>
            <p:cNvSpPr/>
            <p:nvPr/>
          </p:nvSpPr>
          <p:spPr>
            <a:xfrm>
              <a:off x="5791088" y="20341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29"/>
            <p:cNvSpPr/>
            <p:nvPr/>
          </p:nvSpPr>
          <p:spPr>
            <a:xfrm>
              <a:off x="5833066" y="25258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0"/>
            <p:cNvSpPr/>
            <p:nvPr/>
          </p:nvSpPr>
          <p:spPr>
            <a:xfrm>
              <a:off x="5797825" y="16267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1"/>
            <p:cNvSpPr/>
            <p:nvPr/>
          </p:nvSpPr>
          <p:spPr>
            <a:xfrm>
              <a:off x="5468168" y="27893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2"/>
            <p:cNvSpPr/>
            <p:nvPr/>
          </p:nvSpPr>
          <p:spPr>
            <a:xfrm>
              <a:off x="5451571" y="27363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3"/>
            <p:cNvSpPr/>
            <p:nvPr/>
          </p:nvSpPr>
          <p:spPr>
            <a:xfrm>
              <a:off x="5436927" y="20500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4"/>
            <p:cNvSpPr/>
            <p:nvPr/>
          </p:nvSpPr>
          <p:spPr>
            <a:xfrm>
              <a:off x="5665459" y="151658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5"/>
            <p:cNvSpPr/>
            <p:nvPr/>
          </p:nvSpPr>
          <p:spPr>
            <a:xfrm>
              <a:off x="5554860" y="24238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6"/>
            <p:cNvSpPr/>
            <p:nvPr/>
          </p:nvSpPr>
          <p:spPr>
            <a:xfrm>
              <a:off x="5555966" y="23763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7"/>
            <p:cNvSpPr/>
            <p:nvPr/>
          </p:nvSpPr>
          <p:spPr>
            <a:xfrm>
              <a:off x="5492203" y="263916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8"/>
            <p:cNvSpPr/>
            <p:nvPr/>
          </p:nvSpPr>
          <p:spPr>
            <a:xfrm>
              <a:off x="5590334" y="24985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39"/>
            <p:cNvSpPr/>
            <p:nvPr/>
          </p:nvSpPr>
          <p:spPr>
            <a:xfrm>
              <a:off x="5483407" y="31292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0"/>
            <p:cNvSpPr/>
            <p:nvPr/>
          </p:nvSpPr>
          <p:spPr>
            <a:xfrm>
              <a:off x="5542948" y="25606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1"/>
            <p:cNvSpPr/>
            <p:nvPr/>
          </p:nvSpPr>
          <p:spPr>
            <a:xfrm>
              <a:off x="5508666" y="23738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2"/>
            <p:cNvSpPr/>
            <p:nvPr/>
          </p:nvSpPr>
          <p:spPr>
            <a:xfrm>
              <a:off x="5456722" y="29944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3"/>
            <p:cNvSpPr/>
            <p:nvPr/>
          </p:nvSpPr>
          <p:spPr>
            <a:xfrm>
              <a:off x="5741194" y="20375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4"/>
            <p:cNvSpPr/>
            <p:nvPr/>
          </p:nvSpPr>
          <p:spPr>
            <a:xfrm>
              <a:off x="5569606" y="25568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5"/>
            <p:cNvSpPr/>
            <p:nvPr/>
          </p:nvSpPr>
          <p:spPr>
            <a:xfrm>
              <a:off x="5465125" y="23366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6"/>
            <p:cNvSpPr/>
            <p:nvPr/>
          </p:nvSpPr>
          <p:spPr>
            <a:xfrm>
              <a:off x="5451084" y="19900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7"/>
            <p:cNvSpPr/>
            <p:nvPr/>
          </p:nvSpPr>
          <p:spPr>
            <a:xfrm>
              <a:off x="5492966" y="204471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8"/>
            <p:cNvSpPr/>
            <p:nvPr/>
          </p:nvSpPr>
          <p:spPr>
            <a:xfrm>
              <a:off x="5474828" y="23437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49"/>
            <p:cNvSpPr/>
            <p:nvPr/>
          </p:nvSpPr>
          <p:spPr>
            <a:xfrm>
              <a:off x="5378301" y="24074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0"/>
            <p:cNvSpPr/>
            <p:nvPr/>
          </p:nvSpPr>
          <p:spPr>
            <a:xfrm>
              <a:off x="5075023" y="19980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1"/>
            <p:cNvSpPr/>
            <p:nvPr/>
          </p:nvSpPr>
          <p:spPr>
            <a:xfrm>
              <a:off x="5568798" y="20409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2"/>
            <p:cNvSpPr/>
            <p:nvPr/>
          </p:nvSpPr>
          <p:spPr>
            <a:xfrm>
              <a:off x="5541298" y="23511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3"/>
            <p:cNvSpPr/>
            <p:nvPr/>
          </p:nvSpPr>
          <p:spPr>
            <a:xfrm>
              <a:off x="5659097" y="20262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4"/>
            <p:cNvSpPr/>
            <p:nvPr/>
          </p:nvSpPr>
          <p:spPr>
            <a:xfrm>
              <a:off x="5466516" y="21808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5"/>
            <p:cNvSpPr/>
            <p:nvPr/>
          </p:nvSpPr>
          <p:spPr>
            <a:xfrm>
              <a:off x="5568426" y="222515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6"/>
            <p:cNvSpPr/>
            <p:nvPr/>
          </p:nvSpPr>
          <p:spPr>
            <a:xfrm>
              <a:off x="5374071" y="23458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7"/>
            <p:cNvSpPr/>
            <p:nvPr/>
          </p:nvSpPr>
          <p:spPr>
            <a:xfrm>
              <a:off x="5521924" y="19223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8"/>
            <p:cNvSpPr/>
            <p:nvPr/>
          </p:nvSpPr>
          <p:spPr>
            <a:xfrm>
              <a:off x="5541945" y="21334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59"/>
            <p:cNvSpPr/>
            <p:nvPr/>
          </p:nvSpPr>
          <p:spPr>
            <a:xfrm>
              <a:off x="5525320" y="22025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0"/>
            <p:cNvSpPr/>
            <p:nvPr/>
          </p:nvSpPr>
          <p:spPr>
            <a:xfrm>
              <a:off x="5589483" y="18929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1"/>
            <p:cNvSpPr/>
            <p:nvPr/>
          </p:nvSpPr>
          <p:spPr>
            <a:xfrm>
              <a:off x="5478416" y="22154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2"/>
            <p:cNvSpPr/>
            <p:nvPr/>
          </p:nvSpPr>
          <p:spPr>
            <a:xfrm>
              <a:off x="5529339" y="21437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3"/>
            <p:cNvSpPr/>
            <p:nvPr/>
          </p:nvSpPr>
          <p:spPr>
            <a:xfrm>
              <a:off x="5467676" y="17855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4"/>
            <p:cNvSpPr/>
            <p:nvPr/>
          </p:nvSpPr>
          <p:spPr>
            <a:xfrm>
              <a:off x="5530954" y="207439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5"/>
            <p:cNvSpPr/>
            <p:nvPr/>
          </p:nvSpPr>
          <p:spPr>
            <a:xfrm>
              <a:off x="5500614" y="22715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6"/>
            <p:cNvSpPr/>
            <p:nvPr/>
          </p:nvSpPr>
          <p:spPr>
            <a:xfrm>
              <a:off x="5340431" y="21588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7"/>
            <p:cNvSpPr/>
            <p:nvPr/>
          </p:nvSpPr>
          <p:spPr>
            <a:xfrm>
              <a:off x="5618601" y="26581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8"/>
            <p:cNvSpPr/>
            <p:nvPr/>
          </p:nvSpPr>
          <p:spPr>
            <a:xfrm>
              <a:off x="5649422" y="226431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69"/>
            <p:cNvSpPr/>
            <p:nvPr/>
          </p:nvSpPr>
          <p:spPr>
            <a:xfrm>
              <a:off x="5589933" y="228995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0"/>
            <p:cNvSpPr/>
            <p:nvPr/>
          </p:nvSpPr>
          <p:spPr>
            <a:xfrm>
              <a:off x="5537882" y="23964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1"/>
            <p:cNvSpPr/>
            <p:nvPr/>
          </p:nvSpPr>
          <p:spPr>
            <a:xfrm>
              <a:off x="5487773" y="20657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2"/>
            <p:cNvSpPr/>
            <p:nvPr/>
          </p:nvSpPr>
          <p:spPr>
            <a:xfrm>
              <a:off x="5619591" y="24471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3"/>
            <p:cNvSpPr/>
            <p:nvPr/>
          </p:nvSpPr>
          <p:spPr>
            <a:xfrm>
              <a:off x="5481134" y="22411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4"/>
            <p:cNvSpPr/>
            <p:nvPr/>
          </p:nvSpPr>
          <p:spPr>
            <a:xfrm>
              <a:off x="5474480" y="25785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5"/>
            <p:cNvSpPr/>
            <p:nvPr/>
          </p:nvSpPr>
          <p:spPr>
            <a:xfrm>
              <a:off x="5441561" y="22429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6"/>
            <p:cNvSpPr/>
            <p:nvPr/>
          </p:nvSpPr>
          <p:spPr>
            <a:xfrm>
              <a:off x="5536145" y="20500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7"/>
            <p:cNvSpPr/>
            <p:nvPr/>
          </p:nvSpPr>
          <p:spPr>
            <a:xfrm>
              <a:off x="5745224" y="301143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8"/>
            <p:cNvSpPr/>
            <p:nvPr/>
          </p:nvSpPr>
          <p:spPr>
            <a:xfrm>
              <a:off x="5451403" y="311690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79"/>
            <p:cNvSpPr/>
            <p:nvPr/>
          </p:nvSpPr>
          <p:spPr>
            <a:xfrm>
              <a:off x="5470850" y="28717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0"/>
            <p:cNvSpPr/>
            <p:nvPr/>
          </p:nvSpPr>
          <p:spPr>
            <a:xfrm>
              <a:off x="5264821" y="24428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1"/>
            <p:cNvSpPr/>
            <p:nvPr/>
          </p:nvSpPr>
          <p:spPr>
            <a:xfrm>
              <a:off x="5581302" y="258379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2"/>
            <p:cNvSpPr/>
            <p:nvPr/>
          </p:nvSpPr>
          <p:spPr>
            <a:xfrm>
              <a:off x="5484028" y="30662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3"/>
            <p:cNvSpPr/>
            <p:nvPr/>
          </p:nvSpPr>
          <p:spPr>
            <a:xfrm>
              <a:off x="5414946" y="22906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4"/>
            <p:cNvSpPr/>
            <p:nvPr/>
          </p:nvSpPr>
          <p:spPr>
            <a:xfrm>
              <a:off x="5484856" y="225318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5"/>
            <p:cNvSpPr/>
            <p:nvPr/>
          </p:nvSpPr>
          <p:spPr>
            <a:xfrm>
              <a:off x="5547040" y="244523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6"/>
            <p:cNvSpPr/>
            <p:nvPr/>
          </p:nvSpPr>
          <p:spPr>
            <a:xfrm>
              <a:off x="5488693" y="224523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7"/>
            <p:cNvSpPr/>
            <p:nvPr/>
          </p:nvSpPr>
          <p:spPr>
            <a:xfrm>
              <a:off x="5650398" y="23252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8"/>
            <p:cNvSpPr/>
            <p:nvPr/>
          </p:nvSpPr>
          <p:spPr>
            <a:xfrm>
              <a:off x="5563720" y="22012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89"/>
            <p:cNvSpPr/>
            <p:nvPr/>
          </p:nvSpPr>
          <p:spPr>
            <a:xfrm>
              <a:off x="5419687" y="251131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0"/>
            <p:cNvSpPr/>
            <p:nvPr/>
          </p:nvSpPr>
          <p:spPr>
            <a:xfrm>
              <a:off x="5629019" y="23211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1"/>
            <p:cNvSpPr/>
            <p:nvPr/>
          </p:nvSpPr>
          <p:spPr>
            <a:xfrm>
              <a:off x="5521989" y="25180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2"/>
            <p:cNvSpPr/>
            <p:nvPr/>
          </p:nvSpPr>
          <p:spPr>
            <a:xfrm>
              <a:off x="5412156" y="23649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3"/>
            <p:cNvSpPr/>
            <p:nvPr/>
          </p:nvSpPr>
          <p:spPr>
            <a:xfrm>
              <a:off x="5534579" y="2364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4"/>
            <p:cNvSpPr/>
            <p:nvPr/>
          </p:nvSpPr>
          <p:spPr>
            <a:xfrm>
              <a:off x="5521693" y="26790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5"/>
            <p:cNvSpPr/>
            <p:nvPr/>
          </p:nvSpPr>
          <p:spPr>
            <a:xfrm>
              <a:off x="5646363" y="18885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6"/>
            <p:cNvSpPr/>
            <p:nvPr/>
          </p:nvSpPr>
          <p:spPr>
            <a:xfrm>
              <a:off x="5511108" y="25712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7"/>
            <p:cNvSpPr/>
            <p:nvPr/>
          </p:nvSpPr>
          <p:spPr>
            <a:xfrm>
              <a:off x="5520413" y="252109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8"/>
            <p:cNvSpPr/>
            <p:nvPr/>
          </p:nvSpPr>
          <p:spPr>
            <a:xfrm>
              <a:off x="5564936" y="25276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799"/>
            <p:cNvSpPr/>
            <p:nvPr/>
          </p:nvSpPr>
          <p:spPr>
            <a:xfrm>
              <a:off x="5660446" y="25775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0"/>
            <p:cNvSpPr/>
            <p:nvPr/>
          </p:nvSpPr>
          <p:spPr>
            <a:xfrm>
              <a:off x="5651191" y="25262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1"/>
            <p:cNvSpPr/>
            <p:nvPr/>
          </p:nvSpPr>
          <p:spPr>
            <a:xfrm>
              <a:off x="5527948" y="21068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2"/>
            <p:cNvSpPr/>
            <p:nvPr/>
          </p:nvSpPr>
          <p:spPr>
            <a:xfrm>
              <a:off x="5604837" y="28548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3"/>
            <p:cNvSpPr/>
            <p:nvPr/>
          </p:nvSpPr>
          <p:spPr>
            <a:xfrm>
              <a:off x="5543966" y="31209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4"/>
            <p:cNvSpPr/>
            <p:nvPr/>
          </p:nvSpPr>
          <p:spPr>
            <a:xfrm>
              <a:off x="5563171" y="24114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5"/>
            <p:cNvSpPr/>
            <p:nvPr/>
          </p:nvSpPr>
          <p:spPr>
            <a:xfrm>
              <a:off x="5670188" y="22548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6"/>
            <p:cNvSpPr/>
            <p:nvPr/>
          </p:nvSpPr>
          <p:spPr>
            <a:xfrm>
              <a:off x="5405479" y="256096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7"/>
            <p:cNvSpPr/>
            <p:nvPr/>
          </p:nvSpPr>
          <p:spPr>
            <a:xfrm>
              <a:off x="5573015" y="23895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8"/>
            <p:cNvSpPr/>
            <p:nvPr/>
          </p:nvSpPr>
          <p:spPr>
            <a:xfrm>
              <a:off x="5591714" y="255228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09"/>
            <p:cNvSpPr/>
            <p:nvPr/>
          </p:nvSpPr>
          <p:spPr>
            <a:xfrm>
              <a:off x="5505348" y="22598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0"/>
            <p:cNvSpPr/>
            <p:nvPr/>
          </p:nvSpPr>
          <p:spPr>
            <a:xfrm>
              <a:off x="5711800" y="19370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1"/>
            <p:cNvSpPr/>
            <p:nvPr/>
          </p:nvSpPr>
          <p:spPr>
            <a:xfrm>
              <a:off x="5345983" y="22518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2"/>
            <p:cNvSpPr/>
            <p:nvPr/>
          </p:nvSpPr>
          <p:spPr>
            <a:xfrm>
              <a:off x="5548218" y="193682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3"/>
            <p:cNvSpPr/>
            <p:nvPr/>
          </p:nvSpPr>
          <p:spPr>
            <a:xfrm>
              <a:off x="5777576" y="29339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4"/>
            <p:cNvSpPr/>
            <p:nvPr/>
          </p:nvSpPr>
          <p:spPr>
            <a:xfrm>
              <a:off x="5686586" y="220610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5"/>
            <p:cNvSpPr/>
            <p:nvPr/>
          </p:nvSpPr>
          <p:spPr>
            <a:xfrm>
              <a:off x="5664183" y="19574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6"/>
            <p:cNvSpPr/>
            <p:nvPr/>
          </p:nvSpPr>
          <p:spPr>
            <a:xfrm>
              <a:off x="5661488" y="23705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7"/>
            <p:cNvSpPr/>
            <p:nvPr/>
          </p:nvSpPr>
          <p:spPr>
            <a:xfrm>
              <a:off x="5453575" y="24327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8"/>
            <p:cNvSpPr/>
            <p:nvPr/>
          </p:nvSpPr>
          <p:spPr>
            <a:xfrm>
              <a:off x="5515467" y="20757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19"/>
            <p:cNvSpPr/>
            <p:nvPr/>
          </p:nvSpPr>
          <p:spPr>
            <a:xfrm>
              <a:off x="5645157" y="18817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0"/>
            <p:cNvSpPr/>
            <p:nvPr/>
          </p:nvSpPr>
          <p:spPr>
            <a:xfrm>
              <a:off x="5477548" y="21999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1"/>
            <p:cNvSpPr/>
            <p:nvPr/>
          </p:nvSpPr>
          <p:spPr>
            <a:xfrm>
              <a:off x="5571905" y="23703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2"/>
            <p:cNvSpPr/>
            <p:nvPr/>
          </p:nvSpPr>
          <p:spPr>
            <a:xfrm>
              <a:off x="5622950" y="17279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3"/>
            <p:cNvSpPr/>
            <p:nvPr/>
          </p:nvSpPr>
          <p:spPr>
            <a:xfrm>
              <a:off x="5589767" y="22127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4"/>
            <p:cNvSpPr/>
            <p:nvPr/>
          </p:nvSpPr>
          <p:spPr>
            <a:xfrm>
              <a:off x="5472722" y="23997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5"/>
            <p:cNvSpPr/>
            <p:nvPr/>
          </p:nvSpPr>
          <p:spPr>
            <a:xfrm>
              <a:off x="5521857" y="22709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6"/>
            <p:cNvSpPr/>
            <p:nvPr/>
          </p:nvSpPr>
          <p:spPr>
            <a:xfrm>
              <a:off x="5543611" y="243132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7"/>
            <p:cNvSpPr/>
            <p:nvPr/>
          </p:nvSpPr>
          <p:spPr>
            <a:xfrm>
              <a:off x="5574369" y="23910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8"/>
            <p:cNvSpPr/>
            <p:nvPr/>
          </p:nvSpPr>
          <p:spPr>
            <a:xfrm>
              <a:off x="5600349" y="22418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29"/>
            <p:cNvSpPr/>
            <p:nvPr/>
          </p:nvSpPr>
          <p:spPr>
            <a:xfrm>
              <a:off x="5537338" y="264902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0"/>
            <p:cNvSpPr/>
            <p:nvPr/>
          </p:nvSpPr>
          <p:spPr>
            <a:xfrm>
              <a:off x="5764582" y="148296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1"/>
            <p:cNvSpPr/>
            <p:nvPr/>
          </p:nvSpPr>
          <p:spPr>
            <a:xfrm>
              <a:off x="5526668" y="21097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2"/>
            <p:cNvSpPr/>
            <p:nvPr/>
          </p:nvSpPr>
          <p:spPr>
            <a:xfrm>
              <a:off x="5497386" y="20977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3"/>
            <p:cNvSpPr/>
            <p:nvPr/>
          </p:nvSpPr>
          <p:spPr>
            <a:xfrm>
              <a:off x="5484274" y="22297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4"/>
            <p:cNvSpPr/>
            <p:nvPr/>
          </p:nvSpPr>
          <p:spPr>
            <a:xfrm>
              <a:off x="5620846" y="232801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5"/>
            <p:cNvSpPr/>
            <p:nvPr/>
          </p:nvSpPr>
          <p:spPr>
            <a:xfrm>
              <a:off x="5790671" y="15510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6"/>
            <p:cNvSpPr/>
            <p:nvPr/>
          </p:nvSpPr>
          <p:spPr>
            <a:xfrm>
              <a:off x="5574824" y="24354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7"/>
            <p:cNvSpPr/>
            <p:nvPr/>
          </p:nvSpPr>
          <p:spPr>
            <a:xfrm>
              <a:off x="5396100" y="28889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8"/>
            <p:cNvSpPr/>
            <p:nvPr/>
          </p:nvSpPr>
          <p:spPr>
            <a:xfrm>
              <a:off x="5660653" y="28255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39"/>
            <p:cNvSpPr/>
            <p:nvPr/>
          </p:nvSpPr>
          <p:spPr>
            <a:xfrm>
              <a:off x="5555215" y="21804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0"/>
            <p:cNvSpPr/>
            <p:nvPr/>
          </p:nvSpPr>
          <p:spPr>
            <a:xfrm>
              <a:off x="5608144" y="24823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1"/>
            <p:cNvSpPr/>
            <p:nvPr/>
          </p:nvSpPr>
          <p:spPr>
            <a:xfrm>
              <a:off x="5630872" y="28787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2"/>
            <p:cNvSpPr/>
            <p:nvPr/>
          </p:nvSpPr>
          <p:spPr>
            <a:xfrm>
              <a:off x="5764867" y="30110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3"/>
            <p:cNvSpPr/>
            <p:nvPr/>
          </p:nvSpPr>
          <p:spPr>
            <a:xfrm>
              <a:off x="6119590" y="12701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4"/>
            <p:cNvSpPr/>
            <p:nvPr/>
          </p:nvSpPr>
          <p:spPr>
            <a:xfrm>
              <a:off x="5618506" y="188830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5"/>
            <p:cNvSpPr/>
            <p:nvPr/>
          </p:nvSpPr>
          <p:spPr>
            <a:xfrm>
              <a:off x="5526036" y="21592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6"/>
            <p:cNvSpPr/>
            <p:nvPr/>
          </p:nvSpPr>
          <p:spPr>
            <a:xfrm>
              <a:off x="5515962" y="22460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7"/>
            <p:cNvSpPr/>
            <p:nvPr/>
          </p:nvSpPr>
          <p:spPr>
            <a:xfrm>
              <a:off x="5483985" y="22975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8"/>
            <p:cNvSpPr/>
            <p:nvPr/>
          </p:nvSpPr>
          <p:spPr>
            <a:xfrm>
              <a:off x="5491311" y="24984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49"/>
            <p:cNvSpPr/>
            <p:nvPr/>
          </p:nvSpPr>
          <p:spPr>
            <a:xfrm>
              <a:off x="5569379" y="25566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0"/>
            <p:cNvSpPr/>
            <p:nvPr/>
          </p:nvSpPr>
          <p:spPr>
            <a:xfrm>
              <a:off x="5474864" y="24297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1"/>
            <p:cNvSpPr/>
            <p:nvPr/>
          </p:nvSpPr>
          <p:spPr>
            <a:xfrm>
              <a:off x="5667367" y="26119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2"/>
            <p:cNvSpPr/>
            <p:nvPr/>
          </p:nvSpPr>
          <p:spPr>
            <a:xfrm>
              <a:off x="5594486" y="30005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3"/>
            <p:cNvSpPr/>
            <p:nvPr/>
          </p:nvSpPr>
          <p:spPr>
            <a:xfrm>
              <a:off x="5503086" y="258105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4"/>
            <p:cNvSpPr/>
            <p:nvPr/>
          </p:nvSpPr>
          <p:spPr>
            <a:xfrm>
              <a:off x="5538451" y="24394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5"/>
            <p:cNvSpPr/>
            <p:nvPr/>
          </p:nvSpPr>
          <p:spPr>
            <a:xfrm>
              <a:off x="5567246" y="30993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6"/>
            <p:cNvSpPr/>
            <p:nvPr/>
          </p:nvSpPr>
          <p:spPr>
            <a:xfrm>
              <a:off x="5549036" y="23922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7"/>
            <p:cNvSpPr/>
            <p:nvPr/>
          </p:nvSpPr>
          <p:spPr>
            <a:xfrm>
              <a:off x="5554980" y="23665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8"/>
            <p:cNvSpPr/>
            <p:nvPr/>
          </p:nvSpPr>
          <p:spPr>
            <a:xfrm>
              <a:off x="5521531" y="21353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59"/>
            <p:cNvSpPr/>
            <p:nvPr/>
          </p:nvSpPr>
          <p:spPr>
            <a:xfrm>
              <a:off x="5506478" y="22128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0"/>
            <p:cNvSpPr/>
            <p:nvPr/>
          </p:nvSpPr>
          <p:spPr>
            <a:xfrm>
              <a:off x="5530810" y="22870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1"/>
            <p:cNvSpPr/>
            <p:nvPr/>
          </p:nvSpPr>
          <p:spPr>
            <a:xfrm>
              <a:off x="5627086" y="2738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2"/>
            <p:cNvSpPr/>
            <p:nvPr/>
          </p:nvSpPr>
          <p:spPr>
            <a:xfrm>
              <a:off x="5571772" y="273596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3"/>
            <p:cNvSpPr/>
            <p:nvPr/>
          </p:nvSpPr>
          <p:spPr>
            <a:xfrm>
              <a:off x="5655395" y="26517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4"/>
            <p:cNvSpPr/>
            <p:nvPr/>
          </p:nvSpPr>
          <p:spPr>
            <a:xfrm>
              <a:off x="5613520" y="21037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5"/>
            <p:cNvSpPr/>
            <p:nvPr/>
          </p:nvSpPr>
          <p:spPr>
            <a:xfrm>
              <a:off x="5754478" y="24351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6"/>
            <p:cNvSpPr/>
            <p:nvPr/>
          </p:nvSpPr>
          <p:spPr>
            <a:xfrm>
              <a:off x="5603752" y="268564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7"/>
            <p:cNvSpPr/>
            <p:nvPr/>
          </p:nvSpPr>
          <p:spPr>
            <a:xfrm>
              <a:off x="5771257" y="24356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8"/>
            <p:cNvSpPr/>
            <p:nvPr/>
          </p:nvSpPr>
          <p:spPr>
            <a:xfrm>
              <a:off x="5647226" y="2250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69"/>
            <p:cNvSpPr/>
            <p:nvPr/>
          </p:nvSpPr>
          <p:spPr>
            <a:xfrm>
              <a:off x="5538673" y="23769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0"/>
            <p:cNvSpPr/>
            <p:nvPr/>
          </p:nvSpPr>
          <p:spPr>
            <a:xfrm>
              <a:off x="5628612" y="25943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1"/>
            <p:cNvSpPr/>
            <p:nvPr/>
          </p:nvSpPr>
          <p:spPr>
            <a:xfrm>
              <a:off x="5546514" y="26082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2"/>
            <p:cNvSpPr/>
            <p:nvPr/>
          </p:nvSpPr>
          <p:spPr>
            <a:xfrm>
              <a:off x="5377017" y="27172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3"/>
            <p:cNvSpPr/>
            <p:nvPr/>
          </p:nvSpPr>
          <p:spPr>
            <a:xfrm>
              <a:off x="5527641" y="20647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4"/>
            <p:cNvSpPr/>
            <p:nvPr/>
          </p:nvSpPr>
          <p:spPr>
            <a:xfrm>
              <a:off x="5906835" y="19419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5"/>
            <p:cNvSpPr/>
            <p:nvPr/>
          </p:nvSpPr>
          <p:spPr>
            <a:xfrm>
              <a:off x="5649065" y="23510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6"/>
            <p:cNvSpPr/>
            <p:nvPr/>
          </p:nvSpPr>
          <p:spPr>
            <a:xfrm>
              <a:off x="5980767" y="20978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7"/>
            <p:cNvSpPr/>
            <p:nvPr/>
          </p:nvSpPr>
          <p:spPr>
            <a:xfrm>
              <a:off x="5597378" y="24693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8"/>
            <p:cNvSpPr/>
            <p:nvPr/>
          </p:nvSpPr>
          <p:spPr>
            <a:xfrm>
              <a:off x="5714742" y="21136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79"/>
            <p:cNvSpPr/>
            <p:nvPr/>
          </p:nvSpPr>
          <p:spPr>
            <a:xfrm>
              <a:off x="5875219" y="29565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0"/>
            <p:cNvSpPr/>
            <p:nvPr/>
          </p:nvSpPr>
          <p:spPr>
            <a:xfrm>
              <a:off x="5915711" y="300401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1"/>
            <p:cNvSpPr/>
            <p:nvPr/>
          </p:nvSpPr>
          <p:spPr>
            <a:xfrm>
              <a:off x="5913665" y="25878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2"/>
            <p:cNvSpPr/>
            <p:nvPr/>
          </p:nvSpPr>
          <p:spPr>
            <a:xfrm>
              <a:off x="5752746" y="29652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3"/>
            <p:cNvSpPr/>
            <p:nvPr/>
          </p:nvSpPr>
          <p:spPr>
            <a:xfrm>
              <a:off x="5755443" y="31813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4"/>
            <p:cNvSpPr/>
            <p:nvPr/>
          </p:nvSpPr>
          <p:spPr>
            <a:xfrm>
              <a:off x="5798243" y="27750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5"/>
            <p:cNvSpPr/>
            <p:nvPr/>
          </p:nvSpPr>
          <p:spPr>
            <a:xfrm>
              <a:off x="5428992" y="28445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6"/>
            <p:cNvSpPr/>
            <p:nvPr/>
          </p:nvSpPr>
          <p:spPr>
            <a:xfrm>
              <a:off x="5587884" y="23058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7"/>
            <p:cNvSpPr/>
            <p:nvPr/>
          </p:nvSpPr>
          <p:spPr>
            <a:xfrm>
              <a:off x="5532655" y="23565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8"/>
            <p:cNvSpPr/>
            <p:nvPr/>
          </p:nvSpPr>
          <p:spPr>
            <a:xfrm>
              <a:off x="5663642" y="19736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89"/>
            <p:cNvSpPr/>
            <p:nvPr/>
          </p:nvSpPr>
          <p:spPr>
            <a:xfrm>
              <a:off x="5772514" y="229179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0"/>
            <p:cNvSpPr/>
            <p:nvPr/>
          </p:nvSpPr>
          <p:spPr>
            <a:xfrm>
              <a:off x="5528253" y="23669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1"/>
            <p:cNvSpPr/>
            <p:nvPr/>
          </p:nvSpPr>
          <p:spPr>
            <a:xfrm>
              <a:off x="5458755" y="290065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2"/>
            <p:cNvSpPr/>
            <p:nvPr/>
          </p:nvSpPr>
          <p:spPr>
            <a:xfrm>
              <a:off x="5395157" y="25953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3"/>
            <p:cNvSpPr/>
            <p:nvPr/>
          </p:nvSpPr>
          <p:spPr>
            <a:xfrm>
              <a:off x="5553024" y="21846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4"/>
            <p:cNvSpPr/>
            <p:nvPr/>
          </p:nvSpPr>
          <p:spPr>
            <a:xfrm>
              <a:off x="5521916" y="23937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5"/>
            <p:cNvSpPr/>
            <p:nvPr/>
          </p:nvSpPr>
          <p:spPr>
            <a:xfrm>
              <a:off x="5716719" y="199581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6"/>
            <p:cNvSpPr/>
            <p:nvPr/>
          </p:nvSpPr>
          <p:spPr>
            <a:xfrm>
              <a:off x="5469953" y="21936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7"/>
            <p:cNvSpPr/>
            <p:nvPr/>
          </p:nvSpPr>
          <p:spPr>
            <a:xfrm>
              <a:off x="5517479" y="2583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8"/>
            <p:cNvSpPr/>
            <p:nvPr/>
          </p:nvSpPr>
          <p:spPr>
            <a:xfrm>
              <a:off x="5589781" y="21812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899"/>
            <p:cNvSpPr/>
            <p:nvPr/>
          </p:nvSpPr>
          <p:spPr>
            <a:xfrm>
              <a:off x="5536434" y="267545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0"/>
            <p:cNvSpPr/>
            <p:nvPr/>
          </p:nvSpPr>
          <p:spPr>
            <a:xfrm>
              <a:off x="5500153" y="24136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1"/>
            <p:cNvSpPr/>
            <p:nvPr/>
          </p:nvSpPr>
          <p:spPr>
            <a:xfrm>
              <a:off x="5487310" y="30236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2"/>
            <p:cNvSpPr/>
            <p:nvPr/>
          </p:nvSpPr>
          <p:spPr>
            <a:xfrm>
              <a:off x="5558345" y="277162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3"/>
            <p:cNvSpPr/>
            <p:nvPr/>
          </p:nvSpPr>
          <p:spPr>
            <a:xfrm>
              <a:off x="5396953" y="270729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4"/>
            <p:cNvSpPr/>
            <p:nvPr/>
          </p:nvSpPr>
          <p:spPr>
            <a:xfrm>
              <a:off x="5542189" y="240766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5"/>
            <p:cNvSpPr/>
            <p:nvPr/>
          </p:nvSpPr>
          <p:spPr>
            <a:xfrm>
              <a:off x="5443506" y="33143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6"/>
            <p:cNvSpPr/>
            <p:nvPr/>
          </p:nvSpPr>
          <p:spPr>
            <a:xfrm>
              <a:off x="5370231" y="23646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7"/>
            <p:cNvSpPr/>
            <p:nvPr/>
          </p:nvSpPr>
          <p:spPr>
            <a:xfrm>
              <a:off x="5551604" y="21136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8"/>
            <p:cNvSpPr/>
            <p:nvPr/>
          </p:nvSpPr>
          <p:spPr>
            <a:xfrm>
              <a:off x="5458851" y="17661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09"/>
            <p:cNvSpPr/>
            <p:nvPr/>
          </p:nvSpPr>
          <p:spPr>
            <a:xfrm>
              <a:off x="5498404" y="246055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0"/>
            <p:cNvSpPr/>
            <p:nvPr/>
          </p:nvSpPr>
          <p:spPr>
            <a:xfrm>
              <a:off x="5451087" y="24152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1"/>
            <p:cNvSpPr/>
            <p:nvPr/>
          </p:nvSpPr>
          <p:spPr>
            <a:xfrm>
              <a:off x="5575082" y="27030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2"/>
            <p:cNvSpPr/>
            <p:nvPr/>
          </p:nvSpPr>
          <p:spPr>
            <a:xfrm>
              <a:off x="5359850" y="23974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3"/>
            <p:cNvSpPr/>
            <p:nvPr/>
          </p:nvSpPr>
          <p:spPr>
            <a:xfrm>
              <a:off x="5691776" y="27520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4"/>
            <p:cNvSpPr/>
            <p:nvPr/>
          </p:nvSpPr>
          <p:spPr>
            <a:xfrm>
              <a:off x="5532530" y="24995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5"/>
            <p:cNvSpPr/>
            <p:nvPr/>
          </p:nvSpPr>
          <p:spPr>
            <a:xfrm>
              <a:off x="5601297" y="26392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6"/>
            <p:cNvSpPr/>
            <p:nvPr/>
          </p:nvSpPr>
          <p:spPr>
            <a:xfrm>
              <a:off x="5577265" y="24544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7"/>
            <p:cNvSpPr/>
            <p:nvPr/>
          </p:nvSpPr>
          <p:spPr>
            <a:xfrm>
              <a:off x="5554614" y="266088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8"/>
            <p:cNvSpPr/>
            <p:nvPr/>
          </p:nvSpPr>
          <p:spPr>
            <a:xfrm>
              <a:off x="5722167" y="23459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19"/>
            <p:cNvSpPr/>
            <p:nvPr/>
          </p:nvSpPr>
          <p:spPr>
            <a:xfrm>
              <a:off x="5491039" y="21817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0"/>
            <p:cNvSpPr/>
            <p:nvPr/>
          </p:nvSpPr>
          <p:spPr>
            <a:xfrm>
              <a:off x="5631213" y="27760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1"/>
            <p:cNvSpPr/>
            <p:nvPr/>
          </p:nvSpPr>
          <p:spPr>
            <a:xfrm>
              <a:off x="5948535" y="19504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2"/>
            <p:cNvSpPr/>
            <p:nvPr/>
          </p:nvSpPr>
          <p:spPr>
            <a:xfrm>
              <a:off x="5535108" y="32449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3"/>
            <p:cNvSpPr/>
            <p:nvPr/>
          </p:nvSpPr>
          <p:spPr>
            <a:xfrm>
              <a:off x="5604069" y="25552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4"/>
            <p:cNvSpPr/>
            <p:nvPr/>
          </p:nvSpPr>
          <p:spPr>
            <a:xfrm>
              <a:off x="5597072" y="244992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5"/>
            <p:cNvSpPr/>
            <p:nvPr/>
          </p:nvSpPr>
          <p:spPr>
            <a:xfrm>
              <a:off x="5723316" y="20871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6"/>
            <p:cNvSpPr/>
            <p:nvPr/>
          </p:nvSpPr>
          <p:spPr>
            <a:xfrm>
              <a:off x="5534741" y="24996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7"/>
            <p:cNvSpPr/>
            <p:nvPr/>
          </p:nvSpPr>
          <p:spPr>
            <a:xfrm>
              <a:off x="5478280" y="30646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8"/>
            <p:cNvSpPr/>
            <p:nvPr/>
          </p:nvSpPr>
          <p:spPr>
            <a:xfrm>
              <a:off x="5592475" y="23871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29"/>
            <p:cNvSpPr/>
            <p:nvPr/>
          </p:nvSpPr>
          <p:spPr>
            <a:xfrm>
              <a:off x="5574650" y="23368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0"/>
            <p:cNvSpPr/>
            <p:nvPr/>
          </p:nvSpPr>
          <p:spPr>
            <a:xfrm>
              <a:off x="5388381" y="24922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1"/>
            <p:cNvSpPr/>
            <p:nvPr/>
          </p:nvSpPr>
          <p:spPr>
            <a:xfrm>
              <a:off x="5550297" y="283390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2"/>
            <p:cNvSpPr/>
            <p:nvPr/>
          </p:nvSpPr>
          <p:spPr>
            <a:xfrm>
              <a:off x="5505469" y="24908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3"/>
            <p:cNvSpPr/>
            <p:nvPr/>
          </p:nvSpPr>
          <p:spPr>
            <a:xfrm>
              <a:off x="5521763" y="281519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4"/>
            <p:cNvSpPr/>
            <p:nvPr/>
          </p:nvSpPr>
          <p:spPr>
            <a:xfrm>
              <a:off x="5594110" y="240538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5"/>
            <p:cNvSpPr/>
            <p:nvPr/>
          </p:nvSpPr>
          <p:spPr>
            <a:xfrm>
              <a:off x="5680702" y="2561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6"/>
            <p:cNvSpPr/>
            <p:nvPr/>
          </p:nvSpPr>
          <p:spPr>
            <a:xfrm>
              <a:off x="5595136" y="250021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7"/>
            <p:cNvSpPr/>
            <p:nvPr/>
          </p:nvSpPr>
          <p:spPr>
            <a:xfrm>
              <a:off x="5821321" y="300384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8"/>
            <p:cNvSpPr/>
            <p:nvPr/>
          </p:nvSpPr>
          <p:spPr>
            <a:xfrm>
              <a:off x="5593918" y="22473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39"/>
            <p:cNvSpPr/>
            <p:nvPr/>
          </p:nvSpPr>
          <p:spPr>
            <a:xfrm>
              <a:off x="5520782" y="232325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0"/>
            <p:cNvSpPr/>
            <p:nvPr/>
          </p:nvSpPr>
          <p:spPr>
            <a:xfrm>
              <a:off x="5540011" y="213200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1"/>
            <p:cNvSpPr/>
            <p:nvPr/>
          </p:nvSpPr>
          <p:spPr>
            <a:xfrm>
              <a:off x="5581527" y="250121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2"/>
            <p:cNvSpPr/>
            <p:nvPr/>
          </p:nvSpPr>
          <p:spPr>
            <a:xfrm>
              <a:off x="5677830" y="26877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3"/>
            <p:cNvSpPr/>
            <p:nvPr/>
          </p:nvSpPr>
          <p:spPr>
            <a:xfrm>
              <a:off x="5727615" y="20675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4"/>
            <p:cNvSpPr/>
            <p:nvPr/>
          </p:nvSpPr>
          <p:spPr>
            <a:xfrm>
              <a:off x="5691746" y="199328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5"/>
            <p:cNvSpPr/>
            <p:nvPr/>
          </p:nvSpPr>
          <p:spPr>
            <a:xfrm>
              <a:off x="5735134" y="22217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6"/>
            <p:cNvSpPr/>
            <p:nvPr/>
          </p:nvSpPr>
          <p:spPr>
            <a:xfrm>
              <a:off x="5650134" y="258514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7"/>
            <p:cNvSpPr/>
            <p:nvPr/>
          </p:nvSpPr>
          <p:spPr>
            <a:xfrm>
              <a:off x="5696996" y="25371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8"/>
            <p:cNvSpPr/>
            <p:nvPr/>
          </p:nvSpPr>
          <p:spPr>
            <a:xfrm>
              <a:off x="5606953" y="25121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49"/>
            <p:cNvSpPr/>
            <p:nvPr/>
          </p:nvSpPr>
          <p:spPr>
            <a:xfrm>
              <a:off x="5702363" y="21359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0"/>
            <p:cNvSpPr/>
            <p:nvPr/>
          </p:nvSpPr>
          <p:spPr>
            <a:xfrm>
              <a:off x="5549584" y="27326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1"/>
            <p:cNvSpPr/>
            <p:nvPr/>
          </p:nvSpPr>
          <p:spPr>
            <a:xfrm>
              <a:off x="5472021" y="28264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2"/>
            <p:cNvSpPr/>
            <p:nvPr/>
          </p:nvSpPr>
          <p:spPr>
            <a:xfrm>
              <a:off x="5614951" y="273859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3"/>
            <p:cNvSpPr/>
            <p:nvPr/>
          </p:nvSpPr>
          <p:spPr>
            <a:xfrm>
              <a:off x="5792157" y="222591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4"/>
            <p:cNvSpPr/>
            <p:nvPr/>
          </p:nvSpPr>
          <p:spPr>
            <a:xfrm>
              <a:off x="5465823" y="23131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5"/>
            <p:cNvSpPr/>
            <p:nvPr/>
          </p:nvSpPr>
          <p:spPr>
            <a:xfrm>
              <a:off x="5497872" y="24684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6"/>
            <p:cNvSpPr/>
            <p:nvPr/>
          </p:nvSpPr>
          <p:spPr>
            <a:xfrm>
              <a:off x="5575097" y="25409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7"/>
            <p:cNvSpPr/>
            <p:nvPr/>
          </p:nvSpPr>
          <p:spPr>
            <a:xfrm>
              <a:off x="5562762" y="27842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8"/>
            <p:cNvSpPr/>
            <p:nvPr/>
          </p:nvSpPr>
          <p:spPr>
            <a:xfrm>
              <a:off x="5536659" y="23113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59"/>
            <p:cNvSpPr/>
            <p:nvPr/>
          </p:nvSpPr>
          <p:spPr>
            <a:xfrm>
              <a:off x="5598359" y="220057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0"/>
            <p:cNvSpPr/>
            <p:nvPr/>
          </p:nvSpPr>
          <p:spPr>
            <a:xfrm>
              <a:off x="5496474" y="25764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1"/>
            <p:cNvSpPr/>
            <p:nvPr/>
          </p:nvSpPr>
          <p:spPr>
            <a:xfrm>
              <a:off x="5603284" y="25283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2"/>
            <p:cNvSpPr/>
            <p:nvPr/>
          </p:nvSpPr>
          <p:spPr>
            <a:xfrm>
              <a:off x="5687962" y="26914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3"/>
            <p:cNvSpPr/>
            <p:nvPr/>
          </p:nvSpPr>
          <p:spPr>
            <a:xfrm>
              <a:off x="5722322" y="21976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4"/>
            <p:cNvSpPr/>
            <p:nvPr/>
          </p:nvSpPr>
          <p:spPr>
            <a:xfrm>
              <a:off x="5427500" y="22170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5"/>
            <p:cNvSpPr/>
            <p:nvPr/>
          </p:nvSpPr>
          <p:spPr>
            <a:xfrm>
              <a:off x="5630279" y="293139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6"/>
            <p:cNvSpPr/>
            <p:nvPr/>
          </p:nvSpPr>
          <p:spPr>
            <a:xfrm>
              <a:off x="5473950" y="226011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7"/>
            <p:cNvSpPr/>
            <p:nvPr/>
          </p:nvSpPr>
          <p:spPr>
            <a:xfrm>
              <a:off x="5519658" y="27100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8"/>
            <p:cNvSpPr/>
            <p:nvPr/>
          </p:nvSpPr>
          <p:spPr>
            <a:xfrm>
              <a:off x="5520336" y="219654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69"/>
            <p:cNvSpPr/>
            <p:nvPr/>
          </p:nvSpPr>
          <p:spPr>
            <a:xfrm>
              <a:off x="5566098" y="24296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0"/>
            <p:cNvSpPr/>
            <p:nvPr/>
          </p:nvSpPr>
          <p:spPr>
            <a:xfrm>
              <a:off x="5587140" y="24137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1"/>
            <p:cNvSpPr/>
            <p:nvPr/>
          </p:nvSpPr>
          <p:spPr>
            <a:xfrm>
              <a:off x="5467531" y="25342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2"/>
            <p:cNvSpPr/>
            <p:nvPr/>
          </p:nvSpPr>
          <p:spPr>
            <a:xfrm>
              <a:off x="5606562" y="19986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3"/>
            <p:cNvSpPr/>
            <p:nvPr/>
          </p:nvSpPr>
          <p:spPr>
            <a:xfrm>
              <a:off x="5568860" y="20369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4"/>
            <p:cNvSpPr/>
            <p:nvPr/>
          </p:nvSpPr>
          <p:spPr>
            <a:xfrm>
              <a:off x="5562432" y="24578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5"/>
            <p:cNvSpPr/>
            <p:nvPr/>
          </p:nvSpPr>
          <p:spPr>
            <a:xfrm>
              <a:off x="5735503" y="24912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6"/>
            <p:cNvSpPr/>
            <p:nvPr/>
          </p:nvSpPr>
          <p:spPr>
            <a:xfrm>
              <a:off x="5655663" y="18509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7"/>
            <p:cNvSpPr/>
            <p:nvPr/>
          </p:nvSpPr>
          <p:spPr>
            <a:xfrm>
              <a:off x="4936390" y="29436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8"/>
            <p:cNvSpPr/>
            <p:nvPr/>
          </p:nvSpPr>
          <p:spPr>
            <a:xfrm>
              <a:off x="5638681" y="23474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79"/>
            <p:cNvSpPr/>
            <p:nvPr/>
          </p:nvSpPr>
          <p:spPr>
            <a:xfrm>
              <a:off x="5665150" y="26813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0"/>
            <p:cNvSpPr/>
            <p:nvPr/>
          </p:nvSpPr>
          <p:spPr>
            <a:xfrm>
              <a:off x="5591850" y="22471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1"/>
            <p:cNvSpPr/>
            <p:nvPr/>
          </p:nvSpPr>
          <p:spPr>
            <a:xfrm>
              <a:off x="5606062" y="24012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2"/>
            <p:cNvSpPr/>
            <p:nvPr/>
          </p:nvSpPr>
          <p:spPr>
            <a:xfrm>
              <a:off x="5655657" y="28749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3"/>
            <p:cNvSpPr/>
            <p:nvPr/>
          </p:nvSpPr>
          <p:spPr>
            <a:xfrm>
              <a:off x="5630422" y="30382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4"/>
            <p:cNvSpPr/>
            <p:nvPr/>
          </p:nvSpPr>
          <p:spPr>
            <a:xfrm>
              <a:off x="5542941" y="262844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5"/>
            <p:cNvSpPr/>
            <p:nvPr/>
          </p:nvSpPr>
          <p:spPr>
            <a:xfrm>
              <a:off x="5658667" y="27429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6"/>
            <p:cNvSpPr/>
            <p:nvPr/>
          </p:nvSpPr>
          <p:spPr>
            <a:xfrm>
              <a:off x="5728478" y="255650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7"/>
            <p:cNvSpPr/>
            <p:nvPr/>
          </p:nvSpPr>
          <p:spPr>
            <a:xfrm>
              <a:off x="5905271" y="1930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8"/>
            <p:cNvSpPr/>
            <p:nvPr/>
          </p:nvSpPr>
          <p:spPr>
            <a:xfrm>
              <a:off x="5567718" y="177518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89"/>
            <p:cNvSpPr/>
            <p:nvPr/>
          </p:nvSpPr>
          <p:spPr>
            <a:xfrm>
              <a:off x="5938915" y="199350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0"/>
            <p:cNvSpPr/>
            <p:nvPr/>
          </p:nvSpPr>
          <p:spPr>
            <a:xfrm>
              <a:off x="5775008" y="257802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1"/>
            <p:cNvSpPr/>
            <p:nvPr/>
          </p:nvSpPr>
          <p:spPr>
            <a:xfrm>
              <a:off x="5423357" y="21889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2"/>
            <p:cNvSpPr/>
            <p:nvPr/>
          </p:nvSpPr>
          <p:spPr>
            <a:xfrm>
              <a:off x="5243106" y="21172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3"/>
            <p:cNvSpPr/>
            <p:nvPr/>
          </p:nvSpPr>
          <p:spPr>
            <a:xfrm>
              <a:off x="5512617" y="22067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4"/>
            <p:cNvSpPr/>
            <p:nvPr/>
          </p:nvSpPr>
          <p:spPr>
            <a:xfrm>
              <a:off x="5738831" y="25160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5"/>
            <p:cNvSpPr/>
            <p:nvPr/>
          </p:nvSpPr>
          <p:spPr>
            <a:xfrm>
              <a:off x="5658187" y="173062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6"/>
            <p:cNvSpPr/>
            <p:nvPr/>
          </p:nvSpPr>
          <p:spPr>
            <a:xfrm>
              <a:off x="4902617" y="27765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7"/>
            <p:cNvSpPr/>
            <p:nvPr/>
          </p:nvSpPr>
          <p:spPr>
            <a:xfrm>
              <a:off x="5489733" y="23559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8"/>
            <p:cNvSpPr/>
            <p:nvPr/>
          </p:nvSpPr>
          <p:spPr>
            <a:xfrm>
              <a:off x="5369037" y="243663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3999"/>
            <p:cNvSpPr/>
            <p:nvPr/>
          </p:nvSpPr>
          <p:spPr>
            <a:xfrm>
              <a:off x="5559939" y="21164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0"/>
            <p:cNvSpPr/>
            <p:nvPr/>
          </p:nvSpPr>
          <p:spPr>
            <a:xfrm>
              <a:off x="5496472" y="197717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1"/>
            <p:cNvSpPr/>
            <p:nvPr/>
          </p:nvSpPr>
          <p:spPr>
            <a:xfrm>
              <a:off x="5462585" y="20163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2"/>
            <p:cNvSpPr/>
            <p:nvPr/>
          </p:nvSpPr>
          <p:spPr>
            <a:xfrm>
              <a:off x="5334438" y="30657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3"/>
            <p:cNvSpPr/>
            <p:nvPr/>
          </p:nvSpPr>
          <p:spPr>
            <a:xfrm>
              <a:off x="5609191" y="23743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4"/>
            <p:cNvSpPr/>
            <p:nvPr/>
          </p:nvSpPr>
          <p:spPr>
            <a:xfrm>
              <a:off x="5483497" y="21953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5"/>
            <p:cNvSpPr/>
            <p:nvPr/>
          </p:nvSpPr>
          <p:spPr>
            <a:xfrm>
              <a:off x="5671769" y="24947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6"/>
            <p:cNvSpPr/>
            <p:nvPr/>
          </p:nvSpPr>
          <p:spPr>
            <a:xfrm>
              <a:off x="5715999" y="24607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7"/>
            <p:cNvSpPr/>
            <p:nvPr/>
          </p:nvSpPr>
          <p:spPr>
            <a:xfrm>
              <a:off x="5750917" y="247388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8"/>
            <p:cNvSpPr/>
            <p:nvPr/>
          </p:nvSpPr>
          <p:spPr>
            <a:xfrm>
              <a:off x="5770631" y="27892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09"/>
            <p:cNvSpPr/>
            <p:nvPr/>
          </p:nvSpPr>
          <p:spPr>
            <a:xfrm>
              <a:off x="5873739" y="26894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0"/>
            <p:cNvSpPr/>
            <p:nvPr/>
          </p:nvSpPr>
          <p:spPr>
            <a:xfrm>
              <a:off x="5712649" y="224586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1"/>
            <p:cNvSpPr/>
            <p:nvPr/>
          </p:nvSpPr>
          <p:spPr>
            <a:xfrm>
              <a:off x="5624702" y="23421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2"/>
            <p:cNvSpPr/>
            <p:nvPr/>
          </p:nvSpPr>
          <p:spPr>
            <a:xfrm>
              <a:off x="5602731" y="263544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3"/>
            <p:cNvSpPr/>
            <p:nvPr/>
          </p:nvSpPr>
          <p:spPr>
            <a:xfrm>
              <a:off x="5705858" y="23661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4"/>
            <p:cNvSpPr/>
            <p:nvPr/>
          </p:nvSpPr>
          <p:spPr>
            <a:xfrm>
              <a:off x="5623742" y="224182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5"/>
            <p:cNvSpPr/>
            <p:nvPr/>
          </p:nvSpPr>
          <p:spPr>
            <a:xfrm>
              <a:off x="5340987" y="221587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6"/>
            <p:cNvSpPr/>
            <p:nvPr/>
          </p:nvSpPr>
          <p:spPr>
            <a:xfrm>
              <a:off x="5492160" y="238533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7"/>
            <p:cNvSpPr/>
            <p:nvPr/>
          </p:nvSpPr>
          <p:spPr>
            <a:xfrm>
              <a:off x="5782900" y="17672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8"/>
            <p:cNvSpPr/>
            <p:nvPr/>
          </p:nvSpPr>
          <p:spPr>
            <a:xfrm>
              <a:off x="5322874" y="25020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19"/>
            <p:cNvSpPr/>
            <p:nvPr/>
          </p:nvSpPr>
          <p:spPr>
            <a:xfrm>
              <a:off x="5617036" y="229106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0"/>
            <p:cNvSpPr/>
            <p:nvPr/>
          </p:nvSpPr>
          <p:spPr>
            <a:xfrm>
              <a:off x="5722714" y="238701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1"/>
            <p:cNvSpPr/>
            <p:nvPr/>
          </p:nvSpPr>
          <p:spPr>
            <a:xfrm>
              <a:off x="5541209" y="218366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2"/>
            <p:cNvSpPr/>
            <p:nvPr/>
          </p:nvSpPr>
          <p:spPr>
            <a:xfrm>
              <a:off x="5561899" y="21711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3"/>
            <p:cNvSpPr/>
            <p:nvPr/>
          </p:nvSpPr>
          <p:spPr>
            <a:xfrm>
              <a:off x="5723946" y="222137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4"/>
            <p:cNvSpPr/>
            <p:nvPr/>
          </p:nvSpPr>
          <p:spPr>
            <a:xfrm>
              <a:off x="5674769" y="203255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5"/>
            <p:cNvSpPr/>
            <p:nvPr/>
          </p:nvSpPr>
          <p:spPr>
            <a:xfrm>
              <a:off x="5658760" y="25016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6"/>
            <p:cNvSpPr/>
            <p:nvPr/>
          </p:nvSpPr>
          <p:spPr>
            <a:xfrm>
              <a:off x="5617679" y="1883790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7"/>
            <p:cNvSpPr/>
            <p:nvPr/>
          </p:nvSpPr>
          <p:spPr>
            <a:xfrm>
              <a:off x="5632321" y="20462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8"/>
            <p:cNvSpPr/>
            <p:nvPr/>
          </p:nvSpPr>
          <p:spPr>
            <a:xfrm>
              <a:off x="5313651" y="23074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29"/>
            <p:cNvSpPr/>
            <p:nvPr/>
          </p:nvSpPr>
          <p:spPr>
            <a:xfrm>
              <a:off x="5573403" y="230232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0"/>
            <p:cNvSpPr/>
            <p:nvPr/>
          </p:nvSpPr>
          <p:spPr>
            <a:xfrm>
              <a:off x="5546874" y="21815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1"/>
            <p:cNvSpPr/>
            <p:nvPr/>
          </p:nvSpPr>
          <p:spPr>
            <a:xfrm>
              <a:off x="5360459" y="21281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2"/>
            <p:cNvSpPr/>
            <p:nvPr/>
          </p:nvSpPr>
          <p:spPr>
            <a:xfrm>
              <a:off x="5599527" y="220109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3"/>
            <p:cNvSpPr/>
            <p:nvPr/>
          </p:nvSpPr>
          <p:spPr>
            <a:xfrm>
              <a:off x="5533570" y="17129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4"/>
            <p:cNvSpPr/>
            <p:nvPr/>
          </p:nvSpPr>
          <p:spPr>
            <a:xfrm>
              <a:off x="5476400" y="19343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5"/>
            <p:cNvSpPr/>
            <p:nvPr/>
          </p:nvSpPr>
          <p:spPr>
            <a:xfrm>
              <a:off x="5558905" y="23389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6"/>
            <p:cNvSpPr/>
            <p:nvPr/>
          </p:nvSpPr>
          <p:spPr>
            <a:xfrm>
              <a:off x="5781974" y="212309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7"/>
            <p:cNvSpPr/>
            <p:nvPr/>
          </p:nvSpPr>
          <p:spPr>
            <a:xfrm>
              <a:off x="5763896" y="2272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8"/>
            <p:cNvSpPr/>
            <p:nvPr/>
          </p:nvSpPr>
          <p:spPr>
            <a:xfrm>
              <a:off x="5696056" y="16733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39"/>
            <p:cNvSpPr/>
            <p:nvPr/>
          </p:nvSpPr>
          <p:spPr>
            <a:xfrm>
              <a:off x="5684972" y="2483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0"/>
            <p:cNvSpPr/>
            <p:nvPr/>
          </p:nvSpPr>
          <p:spPr>
            <a:xfrm>
              <a:off x="5816842" y="262396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1"/>
            <p:cNvSpPr/>
            <p:nvPr/>
          </p:nvSpPr>
          <p:spPr>
            <a:xfrm>
              <a:off x="5701218" y="27085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2"/>
            <p:cNvSpPr/>
            <p:nvPr/>
          </p:nvSpPr>
          <p:spPr>
            <a:xfrm>
              <a:off x="5668739" y="241348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3"/>
            <p:cNvSpPr/>
            <p:nvPr/>
          </p:nvSpPr>
          <p:spPr>
            <a:xfrm>
              <a:off x="5667674" y="23454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4"/>
            <p:cNvSpPr/>
            <p:nvPr/>
          </p:nvSpPr>
          <p:spPr>
            <a:xfrm>
              <a:off x="5667323" y="178541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5"/>
            <p:cNvSpPr/>
            <p:nvPr/>
          </p:nvSpPr>
          <p:spPr>
            <a:xfrm>
              <a:off x="6000919" y="24955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6"/>
            <p:cNvSpPr/>
            <p:nvPr/>
          </p:nvSpPr>
          <p:spPr>
            <a:xfrm>
              <a:off x="5878556" y="249228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7"/>
            <p:cNvSpPr/>
            <p:nvPr/>
          </p:nvSpPr>
          <p:spPr>
            <a:xfrm>
              <a:off x="5871014" y="187163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8"/>
            <p:cNvSpPr/>
            <p:nvPr/>
          </p:nvSpPr>
          <p:spPr>
            <a:xfrm>
              <a:off x="5866763" y="237788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49"/>
            <p:cNvSpPr/>
            <p:nvPr/>
          </p:nvSpPr>
          <p:spPr>
            <a:xfrm>
              <a:off x="5906199" y="19027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0"/>
            <p:cNvSpPr/>
            <p:nvPr/>
          </p:nvSpPr>
          <p:spPr>
            <a:xfrm>
              <a:off x="5838251" y="23564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1"/>
            <p:cNvSpPr/>
            <p:nvPr/>
          </p:nvSpPr>
          <p:spPr>
            <a:xfrm>
              <a:off x="5804586" y="25636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2"/>
            <p:cNvSpPr/>
            <p:nvPr/>
          </p:nvSpPr>
          <p:spPr>
            <a:xfrm>
              <a:off x="5649165" y="25283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3"/>
            <p:cNvSpPr/>
            <p:nvPr/>
          </p:nvSpPr>
          <p:spPr>
            <a:xfrm>
              <a:off x="5462823" y="177550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4"/>
            <p:cNvSpPr/>
            <p:nvPr/>
          </p:nvSpPr>
          <p:spPr>
            <a:xfrm>
              <a:off x="5409243" y="27538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5"/>
            <p:cNvSpPr/>
            <p:nvPr/>
          </p:nvSpPr>
          <p:spPr>
            <a:xfrm>
              <a:off x="5488532" y="25444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6"/>
            <p:cNvSpPr/>
            <p:nvPr/>
          </p:nvSpPr>
          <p:spPr>
            <a:xfrm>
              <a:off x="5763335" y="239190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7"/>
            <p:cNvSpPr/>
            <p:nvPr/>
          </p:nvSpPr>
          <p:spPr>
            <a:xfrm>
              <a:off x="5785763" y="241772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8"/>
            <p:cNvSpPr/>
            <p:nvPr/>
          </p:nvSpPr>
          <p:spPr>
            <a:xfrm>
              <a:off x="5751056" y="23894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59"/>
            <p:cNvSpPr/>
            <p:nvPr/>
          </p:nvSpPr>
          <p:spPr>
            <a:xfrm>
              <a:off x="5470308" y="24504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0"/>
            <p:cNvSpPr/>
            <p:nvPr/>
          </p:nvSpPr>
          <p:spPr>
            <a:xfrm>
              <a:off x="5663486" y="222011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1"/>
            <p:cNvSpPr/>
            <p:nvPr/>
          </p:nvSpPr>
          <p:spPr>
            <a:xfrm>
              <a:off x="5534132" y="26365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2"/>
            <p:cNvSpPr/>
            <p:nvPr/>
          </p:nvSpPr>
          <p:spPr>
            <a:xfrm>
              <a:off x="5542218" y="15523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3"/>
            <p:cNvSpPr/>
            <p:nvPr/>
          </p:nvSpPr>
          <p:spPr>
            <a:xfrm>
              <a:off x="5647587" y="23986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4"/>
            <p:cNvSpPr/>
            <p:nvPr/>
          </p:nvSpPr>
          <p:spPr>
            <a:xfrm>
              <a:off x="5662928" y="257800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5"/>
            <p:cNvSpPr/>
            <p:nvPr/>
          </p:nvSpPr>
          <p:spPr>
            <a:xfrm>
              <a:off x="5611978" y="17988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6"/>
            <p:cNvSpPr/>
            <p:nvPr/>
          </p:nvSpPr>
          <p:spPr>
            <a:xfrm>
              <a:off x="5471208" y="20231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7"/>
            <p:cNvSpPr/>
            <p:nvPr/>
          </p:nvSpPr>
          <p:spPr>
            <a:xfrm>
              <a:off x="5554116" y="259239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8"/>
            <p:cNvSpPr/>
            <p:nvPr/>
          </p:nvSpPr>
          <p:spPr>
            <a:xfrm>
              <a:off x="5450667" y="220835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69"/>
            <p:cNvSpPr/>
            <p:nvPr/>
          </p:nvSpPr>
          <p:spPr>
            <a:xfrm>
              <a:off x="5670103" y="236145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0"/>
            <p:cNvSpPr/>
            <p:nvPr/>
          </p:nvSpPr>
          <p:spPr>
            <a:xfrm>
              <a:off x="5524670" y="22955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1"/>
            <p:cNvSpPr/>
            <p:nvPr/>
          </p:nvSpPr>
          <p:spPr>
            <a:xfrm>
              <a:off x="5549783" y="19051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2"/>
            <p:cNvSpPr/>
            <p:nvPr/>
          </p:nvSpPr>
          <p:spPr>
            <a:xfrm>
              <a:off x="5584601" y="222227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3"/>
            <p:cNvSpPr/>
            <p:nvPr/>
          </p:nvSpPr>
          <p:spPr>
            <a:xfrm>
              <a:off x="5749474" y="195500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4"/>
            <p:cNvSpPr/>
            <p:nvPr/>
          </p:nvSpPr>
          <p:spPr>
            <a:xfrm>
              <a:off x="5564271" y="246170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5"/>
            <p:cNvSpPr/>
            <p:nvPr/>
          </p:nvSpPr>
          <p:spPr>
            <a:xfrm>
              <a:off x="5588342" y="190616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6"/>
            <p:cNvSpPr/>
            <p:nvPr/>
          </p:nvSpPr>
          <p:spPr>
            <a:xfrm>
              <a:off x="5553188" y="21443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7"/>
            <p:cNvSpPr/>
            <p:nvPr/>
          </p:nvSpPr>
          <p:spPr>
            <a:xfrm>
              <a:off x="5826836" y="227336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8"/>
            <p:cNvSpPr/>
            <p:nvPr/>
          </p:nvSpPr>
          <p:spPr>
            <a:xfrm>
              <a:off x="5888905" y="22730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79"/>
            <p:cNvSpPr/>
            <p:nvPr/>
          </p:nvSpPr>
          <p:spPr>
            <a:xfrm>
              <a:off x="5408748" y="25160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0"/>
            <p:cNvSpPr/>
            <p:nvPr/>
          </p:nvSpPr>
          <p:spPr>
            <a:xfrm>
              <a:off x="5542183" y="22313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1"/>
            <p:cNvSpPr/>
            <p:nvPr/>
          </p:nvSpPr>
          <p:spPr>
            <a:xfrm>
              <a:off x="5620130" y="26273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2"/>
            <p:cNvSpPr/>
            <p:nvPr/>
          </p:nvSpPr>
          <p:spPr>
            <a:xfrm>
              <a:off x="5409672" y="20648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3"/>
            <p:cNvSpPr/>
            <p:nvPr/>
          </p:nvSpPr>
          <p:spPr>
            <a:xfrm>
              <a:off x="5524741" y="22887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4"/>
            <p:cNvSpPr/>
            <p:nvPr/>
          </p:nvSpPr>
          <p:spPr>
            <a:xfrm>
              <a:off x="5611356" y="231222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5"/>
            <p:cNvSpPr/>
            <p:nvPr/>
          </p:nvSpPr>
          <p:spPr>
            <a:xfrm>
              <a:off x="5656798" y="258078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6"/>
            <p:cNvSpPr/>
            <p:nvPr/>
          </p:nvSpPr>
          <p:spPr>
            <a:xfrm>
              <a:off x="5451300" y="22001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7"/>
            <p:cNvSpPr/>
            <p:nvPr/>
          </p:nvSpPr>
          <p:spPr>
            <a:xfrm>
              <a:off x="5543171" y="17729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8"/>
            <p:cNvSpPr/>
            <p:nvPr/>
          </p:nvSpPr>
          <p:spPr>
            <a:xfrm>
              <a:off x="5567126" y="21036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89"/>
            <p:cNvSpPr/>
            <p:nvPr/>
          </p:nvSpPr>
          <p:spPr>
            <a:xfrm>
              <a:off x="5398439" y="20974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0"/>
            <p:cNvSpPr/>
            <p:nvPr/>
          </p:nvSpPr>
          <p:spPr>
            <a:xfrm>
              <a:off x="5664348" y="230569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1"/>
            <p:cNvSpPr/>
            <p:nvPr/>
          </p:nvSpPr>
          <p:spPr>
            <a:xfrm>
              <a:off x="5653436" y="228878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2"/>
            <p:cNvSpPr/>
            <p:nvPr/>
          </p:nvSpPr>
          <p:spPr>
            <a:xfrm>
              <a:off x="5628117" y="252221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3"/>
            <p:cNvSpPr/>
            <p:nvPr/>
          </p:nvSpPr>
          <p:spPr>
            <a:xfrm>
              <a:off x="5555836" y="200102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4"/>
            <p:cNvSpPr/>
            <p:nvPr/>
          </p:nvSpPr>
          <p:spPr>
            <a:xfrm>
              <a:off x="5490696" y="20835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5"/>
            <p:cNvSpPr/>
            <p:nvPr/>
          </p:nvSpPr>
          <p:spPr>
            <a:xfrm>
              <a:off x="5665809" y="19720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6"/>
            <p:cNvSpPr/>
            <p:nvPr/>
          </p:nvSpPr>
          <p:spPr>
            <a:xfrm>
              <a:off x="5614475" y="24339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7"/>
            <p:cNvSpPr/>
            <p:nvPr/>
          </p:nvSpPr>
          <p:spPr>
            <a:xfrm>
              <a:off x="5875660" y="170581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8"/>
            <p:cNvSpPr/>
            <p:nvPr/>
          </p:nvSpPr>
          <p:spPr>
            <a:xfrm>
              <a:off x="5812381" y="288754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099"/>
            <p:cNvSpPr/>
            <p:nvPr/>
          </p:nvSpPr>
          <p:spPr>
            <a:xfrm>
              <a:off x="5639967" y="210694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0"/>
            <p:cNvSpPr/>
            <p:nvPr/>
          </p:nvSpPr>
          <p:spPr>
            <a:xfrm>
              <a:off x="5559373" y="239389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1"/>
            <p:cNvSpPr/>
            <p:nvPr/>
          </p:nvSpPr>
          <p:spPr>
            <a:xfrm>
              <a:off x="5583795" y="18601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2"/>
            <p:cNvSpPr/>
            <p:nvPr/>
          </p:nvSpPr>
          <p:spPr>
            <a:xfrm>
              <a:off x="5520219" y="216371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3"/>
            <p:cNvSpPr/>
            <p:nvPr/>
          </p:nvSpPr>
          <p:spPr>
            <a:xfrm>
              <a:off x="5585356" y="213395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4"/>
            <p:cNvSpPr/>
            <p:nvPr/>
          </p:nvSpPr>
          <p:spPr>
            <a:xfrm>
              <a:off x="5504665" y="229405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5"/>
            <p:cNvSpPr/>
            <p:nvPr/>
          </p:nvSpPr>
          <p:spPr>
            <a:xfrm>
              <a:off x="5573044" y="26716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6"/>
            <p:cNvSpPr/>
            <p:nvPr/>
          </p:nvSpPr>
          <p:spPr>
            <a:xfrm>
              <a:off x="5617834" y="25113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7"/>
            <p:cNvSpPr/>
            <p:nvPr/>
          </p:nvSpPr>
          <p:spPr>
            <a:xfrm>
              <a:off x="5594725" y="271612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8"/>
            <p:cNvSpPr/>
            <p:nvPr/>
          </p:nvSpPr>
          <p:spPr>
            <a:xfrm>
              <a:off x="5694181" y="23600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09"/>
            <p:cNvSpPr/>
            <p:nvPr/>
          </p:nvSpPr>
          <p:spPr>
            <a:xfrm>
              <a:off x="5539129" y="277054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0"/>
            <p:cNvSpPr/>
            <p:nvPr/>
          </p:nvSpPr>
          <p:spPr>
            <a:xfrm>
              <a:off x="5657389" y="272503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1"/>
            <p:cNvSpPr/>
            <p:nvPr/>
          </p:nvSpPr>
          <p:spPr>
            <a:xfrm>
              <a:off x="6085733" y="216345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2"/>
            <p:cNvSpPr/>
            <p:nvPr/>
          </p:nvSpPr>
          <p:spPr>
            <a:xfrm>
              <a:off x="5710046" y="237412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3"/>
            <p:cNvSpPr/>
            <p:nvPr/>
          </p:nvSpPr>
          <p:spPr>
            <a:xfrm>
              <a:off x="5599351" y="23022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4"/>
            <p:cNvSpPr/>
            <p:nvPr/>
          </p:nvSpPr>
          <p:spPr>
            <a:xfrm>
              <a:off x="5709001" y="259613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5"/>
            <p:cNvSpPr/>
            <p:nvPr/>
          </p:nvSpPr>
          <p:spPr>
            <a:xfrm>
              <a:off x="5717448" y="248703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6"/>
            <p:cNvSpPr/>
            <p:nvPr/>
          </p:nvSpPr>
          <p:spPr>
            <a:xfrm>
              <a:off x="6114344" y="200252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7"/>
            <p:cNvSpPr/>
            <p:nvPr/>
          </p:nvSpPr>
          <p:spPr>
            <a:xfrm>
              <a:off x="5581120" y="249232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8"/>
            <p:cNvSpPr/>
            <p:nvPr/>
          </p:nvSpPr>
          <p:spPr>
            <a:xfrm>
              <a:off x="5529341" y="2439886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19"/>
            <p:cNvSpPr/>
            <p:nvPr/>
          </p:nvSpPr>
          <p:spPr>
            <a:xfrm>
              <a:off x="5601382" y="270564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0"/>
            <p:cNvSpPr/>
            <p:nvPr/>
          </p:nvSpPr>
          <p:spPr>
            <a:xfrm>
              <a:off x="5605048" y="266516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1"/>
            <p:cNvSpPr/>
            <p:nvPr/>
          </p:nvSpPr>
          <p:spPr>
            <a:xfrm>
              <a:off x="5607526" y="204627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2"/>
            <p:cNvSpPr/>
            <p:nvPr/>
          </p:nvSpPr>
          <p:spPr>
            <a:xfrm>
              <a:off x="5584935" y="263432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3"/>
            <p:cNvSpPr/>
            <p:nvPr/>
          </p:nvSpPr>
          <p:spPr>
            <a:xfrm>
              <a:off x="5289559" y="20798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4"/>
            <p:cNvSpPr/>
            <p:nvPr/>
          </p:nvSpPr>
          <p:spPr>
            <a:xfrm>
              <a:off x="5459302" y="27065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5"/>
            <p:cNvSpPr/>
            <p:nvPr/>
          </p:nvSpPr>
          <p:spPr>
            <a:xfrm>
              <a:off x="5450952" y="247128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6"/>
            <p:cNvSpPr/>
            <p:nvPr/>
          </p:nvSpPr>
          <p:spPr>
            <a:xfrm>
              <a:off x="5664461" y="27162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7"/>
            <p:cNvSpPr/>
            <p:nvPr/>
          </p:nvSpPr>
          <p:spPr>
            <a:xfrm>
              <a:off x="5646930" y="225345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8"/>
            <p:cNvSpPr/>
            <p:nvPr/>
          </p:nvSpPr>
          <p:spPr>
            <a:xfrm>
              <a:off x="5570135" y="26264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29"/>
            <p:cNvSpPr/>
            <p:nvPr/>
          </p:nvSpPr>
          <p:spPr>
            <a:xfrm>
              <a:off x="5599138" y="26256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0"/>
            <p:cNvSpPr/>
            <p:nvPr/>
          </p:nvSpPr>
          <p:spPr>
            <a:xfrm>
              <a:off x="5747790" y="239758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1"/>
            <p:cNvSpPr/>
            <p:nvPr/>
          </p:nvSpPr>
          <p:spPr>
            <a:xfrm>
              <a:off x="5531517" y="267527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2"/>
            <p:cNvSpPr/>
            <p:nvPr/>
          </p:nvSpPr>
          <p:spPr>
            <a:xfrm>
              <a:off x="5623511" y="26256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3"/>
            <p:cNvSpPr/>
            <p:nvPr/>
          </p:nvSpPr>
          <p:spPr>
            <a:xfrm>
              <a:off x="5734670" y="27464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4"/>
            <p:cNvSpPr/>
            <p:nvPr/>
          </p:nvSpPr>
          <p:spPr>
            <a:xfrm>
              <a:off x="5762776" y="28917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5"/>
            <p:cNvSpPr/>
            <p:nvPr/>
          </p:nvSpPr>
          <p:spPr>
            <a:xfrm>
              <a:off x="5692222" y="310796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6"/>
            <p:cNvSpPr/>
            <p:nvPr/>
          </p:nvSpPr>
          <p:spPr>
            <a:xfrm>
              <a:off x="5526614" y="26593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7"/>
            <p:cNvSpPr/>
            <p:nvPr/>
          </p:nvSpPr>
          <p:spPr>
            <a:xfrm>
              <a:off x="5624666" y="275910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8"/>
            <p:cNvSpPr/>
            <p:nvPr/>
          </p:nvSpPr>
          <p:spPr>
            <a:xfrm>
              <a:off x="5785766" y="251633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39"/>
            <p:cNvSpPr/>
            <p:nvPr/>
          </p:nvSpPr>
          <p:spPr>
            <a:xfrm>
              <a:off x="5633085" y="248863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0"/>
            <p:cNvSpPr/>
            <p:nvPr/>
          </p:nvSpPr>
          <p:spPr>
            <a:xfrm>
              <a:off x="5542572" y="263954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1"/>
            <p:cNvSpPr/>
            <p:nvPr/>
          </p:nvSpPr>
          <p:spPr>
            <a:xfrm>
              <a:off x="5592648" y="26040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2"/>
            <p:cNvSpPr/>
            <p:nvPr/>
          </p:nvSpPr>
          <p:spPr>
            <a:xfrm>
              <a:off x="5487983" y="26762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3"/>
            <p:cNvSpPr/>
            <p:nvPr/>
          </p:nvSpPr>
          <p:spPr>
            <a:xfrm>
              <a:off x="5778804" y="19381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4"/>
            <p:cNvSpPr/>
            <p:nvPr/>
          </p:nvSpPr>
          <p:spPr>
            <a:xfrm>
              <a:off x="5696522" y="262687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5"/>
            <p:cNvSpPr/>
            <p:nvPr/>
          </p:nvSpPr>
          <p:spPr>
            <a:xfrm>
              <a:off x="5839134" y="269525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6"/>
            <p:cNvSpPr/>
            <p:nvPr/>
          </p:nvSpPr>
          <p:spPr>
            <a:xfrm>
              <a:off x="5702720" y="242697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7"/>
            <p:cNvSpPr/>
            <p:nvPr/>
          </p:nvSpPr>
          <p:spPr>
            <a:xfrm>
              <a:off x="5766333" y="208886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8"/>
            <p:cNvSpPr/>
            <p:nvPr/>
          </p:nvSpPr>
          <p:spPr>
            <a:xfrm>
              <a:off x="5732596" y="237527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49"/>
            <p:cNvSpPr/>
            <p:nvPr/>
          </p:nvSpPr>
          <p:spPr>
            <a:xfrm>
              <a:off x="5713122" y="253978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0"/>
            <p:cNvSpPr/>
            <p:nvPr/>
          </p:nvSpPr>
          <p:spPr>
            <a:xfrm>
              <a:off x="5593357" y="225850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1"/>
            <p:cNvSpPr/>
            <p:nvPr/>
          </p:nvSpPr>
          <p:spPr>
            <a:xfrm>
              <a:off x="5715394" y="237624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2"/>
            <p:cNvSpPr/>
            <p:nvPr/>
          </p:nvSpPr>
          <p:spPr>
            <a:xfrm>
              <a:off x="5635039" y="22478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3"/>
            <p:cNvSpPr/>
            <p:nvPr/>
          </p:nvSpPr>
          <p:spPr>
            <a:xfrm>
              <a:off x="5601224" y="221118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4"/>
            <p:cNvSpPr/>
            <p:nvPr/>
          </p:nvSpPr>
          <p:spPr>
            <a:xfrm>
              <a:off x="5375015" y="252292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5"/>
            <p:cNvSpPr/>
            <p:nvPr/>
          </p:nvSpPr>
          <p:spPr>
            <a:xfrm>
              <a:off x="5611253" y="2230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6"/>
            <p:cNvSpPr/>
            <p:nvPr/>
          </p:nvSpPr>
          <p:spPr>
            <a:xfrm>
              <a:off x="5683799" y="25314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7"/>
            <p:cNvSpPr/>
            <p:nvPr/>
          </p:nvSpPr>
          <p:spPr>
            <a:xfrm>
              <a:off x="5486491" y="296658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8"/>
            <p:cNvSpPr/>
            <p:nvPr/>
          </p:nvSpPr>
          <p:spPr>
            <a:xfrm>
              <a:off x="5694295" y="239885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59"/>
            <p:cNvSpPr/>
            <p:nvPr/>
          </p:nvSpPr>
          <p:spPr>
            <a:xfrm>
              <a:off x="5538153" y="29627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0"/>
            <p:cNvSpPr/>
            <p:nvPr/>
          </p:nvSpPr>
          <p:spPr>
            <a:xfrm>
              <a:off x="5421371" y="265908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1"/>
            <p:cNvSpPr/>
            <p:nvPr/>
          </p:nvSpPr>
          <p:spPr>
            <a:xfrm>
              <a:off x="5559499" y="29045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2"/>
            <p:cNvSpPr/>
            <p:nvPr/>
          </p:nvSpPr>
          <p:spPr>
            <a:xfrm>
              <a:off x="5488018" y="28278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3"/>
            <p:cNvSpPr/>
            <p:nvPr/>
          </p:nvSpPr>
          <p:spPr>
            <a:xfrm>
              <a:off x="5601538" y="24987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4"/>
            <p:cNvSpPr/>
            <p:nvPr/>
          </p:nvSpPr>
          <p:spPr>
            <a:xfrm>
              <a:off x="5507285" y="24613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5"/>
            <p:cNvSpPr/>
            <p:nvPr/>
          </p:nvSpPr>
          <p:spPr>
            <a:xfrm>
              <a:off x="5611105" y="24305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6"/>
            <p:cNvSpPr/>
            <p:nvPr/>
          </p:nvSpPr>
          <p:spPr>
            <a:xfrm>
              <a:off x="5598814" y="237549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7"/>
            <p:cNvSpPr/>
            <p:nvPr/>
          </p:nvSpPr>
          <p:spPr>
            <a:xfrm>
              <a:off x="5218617" y="20658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8"/>
            <p:cNvSpPr/>
            <p:nvPr/>
          </p:nvSpPr>
          <p:spPr>
            <a:xfrm>
              <a:off x="5961304" y="17392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69"/>
            <p:cNvSpPr/>
            <p:nvPr/>
          </p:nvSpPr>
          <p:spPr>
            <a:xfrm>
              <a:off x="5907851" y="25364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0"/>
            <p:cNvSpPr/>
            <p:nvPr/>
          </p:nvSpPr>
          <p:spPr>
            <a:xfrm>
              <a:off x="5847728" y="299404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1"/>
            <p:cNvSpPr/>
            <p:nvPr/>
          </p:nvSpPr>
          <p:spPr>
            <a:xfrm>
              <a:off x="5660133" y="28693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2"/>
            <p:cNvSpPr/>
            <p:nvPr/>
          </p:nvSpPr>
          <p:spPr>
            <a:xfrm>
              <a:off x="5777056" y="219000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3"/>
            <p:cNvSpPr/>
            <p:nvPr/>
          </p:nvSpPr>
          <p:spPr>
            <a:xfrm>
              <a:off x="5838596" y="279187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4"/>
            <p:cNvSpPr/>
            <p:nvPr/>
          </p:nvSpPr>
          <p:spPr>
            <a:xfrm>
              <a:off x="5612269" y="248453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5"/>
            <p:cNvSpPr/>
            <p:nvPr/>
          </p:nvSpPr>
          <p:spPr>
            <a:xfrm>
              <a:off x="5872990" y="221279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6"/>
            <p:cNvSpPr/>
            <p:nvPr/>
          </p:nvSpPr>
          <p:spPr>
            <a:xfrm>
              <a:off x="5583715" y="262659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7"/>
            <p:cNvSpPr/>
            <p:nvPr/>
          </p:nvSpPr>
          <p:spPr>
            <a:xfrm>
              <a:off x="5635116" y="24001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8"/>
            <p:cNvSpPr/>
            <p:nvPr/>
          </p:nvSpPr>
          <p:spPr>
            <a:xfrm>
              <a:off x="5796383" y="27909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79"/>
            <p:cNvSpPr/>
            <p:nvPr/>
          </p:nvSpPr>
          <p:spPr>
            <a:xfrm>
              <a:off x="5610550" y="27062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0"/>
            <p:cNvSpPr/>
            <p:nvPr/>
          </p:nvSpPr>
          <p:spPr>
            <a:xfrm>
              <a:off x="5618679" y="265312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1"/>
            <p:cNvSpPr/>
            <p:nvPr/>
          </p:nvSpPr>
          <p:spPr>
            <a:xfrm>
              <a:off x="5525225" y="298846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2"/>
            <p:cNvSpPr/>
            <p:nvPr/>
          </p:nvSpPr>
          <p:spPr>
            <a:xfrm>
              <a:off x="5627230" y="264298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3"/>
            <p:cNvSpPr/>
            <p:nvPr/>
          </p:nvSpPr>
          <p:spPr>
            <a:xfrm>
              <a:off x="5562328" y="30739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4"/>
            <p:cNvSpPr/>
            <p:nvPr/>
          </p:nvSpPr>
          <p:spPr>
            <a:xfrm>
              <a:off x="5487965" y="243532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5"/>
            <p:cNvSpPr/>
            <p:nvPr/>
          </p:nvSpPr>
          <p:spPr>
            <a:xfrm>
              <a:off x="5528347" y="269535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6"/>
            <p:cNvSpPr/>
            <p:nvPr/>
          </p:nvSpPr>
          <p:spPr>
            <a:xfrm>
              <a:off x="5420396" y="22624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7"/>
            <p:cNvSpPr/>
            <p:nvPr/>
          </p:nvSpPr>
          <p:spPr>
            <a:xfrm>
              <a:off x="5591892" y="211965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8"/>
            <p:cNvSpPr/>
            <p:nvPr/>
          </p:nvSpPr>
          <p:spPr>
            <a:xfrm>
              <a:off x="5641513" y="208197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89"/>
            <p:cNvSpPr/>
            <p:nvPr/>
          </p:nvSpPr>
          <p:spPr>
            <a:xfrm>
              <a:off x="5616177" y="26083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0"/>
            <p:cNvSpPr/>
            <p:nvPr/>
          </p:nvSpPr>
          <p:spPr>
            <a:xfrm>
              <a:off x="5592984" y="25716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1"/>
            <p:cNvSpPr/>
            <p:nvPr/>
          </p:nvSpPr>
          <p:spPr>
            <a:xfrm>
              <a:off x="5246486" y="23200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2"/>
            <p:cNvSpPr/>
            <p:nvPr/>
          </p:nvSpPr>
          <p:spPr>
            <a:xfrm>
              <a:off x="5643627" y="252563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3"/>
            <p:cNvSpPr/>
            <p:nvPr/>
          </p:nvSpPr>
          <p:spPr>
            <a:xfrm>
              <a:off x="5605733" y="23983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4"/>
            <p:cNvSpPr/>
            <p:nvPr/>
          </p:nvSpPr>
          <p:spPr>
            <a:xfrm>
              <a:off x="5527020" y="256967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5"/>
            <p:cNvSpPr/>
            <p:nvPr/>
          </p:nvSpPr>
          <p:spPr>
            <a:xfrm>
              <a:off x="5590024" y="22662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6"/>
            <p:cNvSpPr/>
            <p:nvPr/>
          </p:nvSpPr>
          <p:spPr>
            <a:xfrm>
              <a:off x="5533396" y="21176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7"/>
            <p:cNvSpPr/>
            <p:nvPr/>
          </p:nvSpPr>
          <p:spPr>
            <a:xfrm>
              <a:off x="5537797" y="24225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8"/>
            <p:cNvSpPr/>
            <p:nvPr/>
          </p:nvSpPr>
          <p:spPr>
            <a:xfrm>
              <a:off x="5350688" y="215747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199"/>
            <p:cNvSpPr/>
            <p:nvPr/>
          </p:nvSpPr>
          <p:spPr>
            <a:xfrm>
              <a:off x="5536748" y="205763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0"/>
            <p:cNvSpPr/>
            <p:nvPr/>
          </p:nvSpPr>
          <p:spPr>
            <a:xfrm>
              <a:off x="5459232" y="197654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1"/>
            <p:cNvSpPr/>
            <p:nvPr/>
          </p:nvSpPr>
          <p:spPr>
            <a:xfrm>
              <a:off x="5557061" y="236234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2"/>
            <p:cNvSpPr/>
            <p:nvPr/>
          </p:nvSpPr>
          <p:spPr>
            <a:xfrm>
              <a:off x="5609340" y="23743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3"/>
            <p:cNvSpPr/>
            <p:nvPr/>
          </p:nvSpPr>
          <p:spPr>
            <a:xfrm>
              <a:off x="5612632" y="26206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4"/>
            <p:cNvSpPr/>
            <p:nvPr/>
          </p:nvSpPr>
          <p:spPr>
            <a:xfrm>
              <a:off x="5433467" y="26141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5"/>
            <p:cNvSpPr/>
            <p:nvPr/>
          </p:nvSpPr>
          <p:spPr>
            <a:xfrm>
              <a:off x="5614699" y="219807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6"/>
            <p:cNvSpPr/>
            <p:nvPr/>
          </p:nvSpPr>
          <p:spPr>
            <a:xfrm>
              <a:off x="5663963" y="264926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7"/>
            <p:cNvSpPr/>
            <p:nvPr/>
          </p:nvSpPr>
          <p:spPr>
            <a:xfrm>
              <a:off x="5623765" y="233516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8"/>
            <p:cNvSpPr/>
            <p:nvPr/>
          </p:nvSpPr>
          <p:spPr>
            <a:xfrm>
              <a:off x="5714192" y="225888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09"/>
            <p:cNvSpPr/>
            <p:nvPr/>
          </p:nvSpPr>
          <p:spPr>
            <a:xfrm>
              <a:off x="5627233" y="22729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0"/>
            <p:cNvSpPr/>
            <p:nvPr/>
          </p:nvSpPr>
          <p:spPr>
            <a:xfrm>
              <a:off x="5576918" y="2309403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1"/>
            <p:cNvSpPr/>
            <p:nvPr/>
          </p:nvSpPr>
          <p:spPr>
            <a:xfrm>
              <a:off x="5565902" y="23384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2"/>
            <p:cNvSpPr/>
            <p:nvPr/>
          </p:nvSpPr>
          <p:spPr>
            <a:xfrm>
              <a:off x="5542622" y="26642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3"/>
            <p:cNvSpPr/>
            <p:nvPr/>
          </p:nvSpPr>
          <p:spPr>
            <a:xfrm>
              <a:off x="5457822" y="24488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4"/>
            <p:cNvSpPr/>
            <p:nvPr/>
          </p:nvSpPr>
          <p:spPr>
            <a:xfrm>
              <a:off x="5573087" y="276144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5"/>
            <p:cNvSpPr/>
            <p:nvPr/>
          </p:nvSpPr>
          <p:spPr>
            <a:xfrm>
              <a:off x="5547225" y="2817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6"/>
            <p:cNvSpPr/>
            <p:nvPr/>
          </p:nvSpPr>
          <p:spPr>
            <a:xfrm>
              <a:off x="5254437" y="22691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7"/>
            <p:cNvSpPr/>
            <p:nvPr/>
          </p:nvSpPr>
          <p:spPr>
            <a:xfrm>
              <a:off x="5544577" y="24377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8"/>
            <p:cNvSpPr/>
            <p:nvPr/>
          </p:nvSpPr>
          <p:spPr>
            <a:xfrm>
              <a:off x="5566475" y="26486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19"/>
            <p:cNvSpPr/>
            <p:nvPr/>
          </p:nvSpPr>
          <p:spPr>
            <a:xfrm>
              <a:off x="5592188" y="2399098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0"/>
            <p:cNvSpPr/>
            <p:nvPr/>
          </p:nvSpPr>
          <p:spPr>
            <a:xfrm>
              <a:off x="5534871" y="224108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1"/>
            <p:cNvSpPr/>
            <p:nvPr/>
          </p:nvSpPr>
          <p:spPr>
            <a:xfrm>
              <a:off x="5564668" y="217902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2"/>
            <p:cNvSpPr/>
            <p:nvPr/>
          </p:nvSpPr>
          <p:spPr>
            <a:xfrm>
              <a:off x="5516650" y="254799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3"/>
            <p:cNvSpPr/>
            <p:nvPr/>
          </p:nvSpPr>
          <p:spPr>
            <a:xfrm>
              <a:off x="5539484" y="277504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4"/>
            <p:cNvSpPr/>
            <p:nvPr/>
          </p:nvSpPr>
          <p:spPr>
            <a:xfrm>
              <a:off x="5604453" y="20796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5"/>
            <p:cNvSpPr/>
            <p:nvPr/>
          </p:nvSpPr>
          <p:spPr>
            <a:xfrm>
              <a:off x="5493005" y="275145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6"/>
            <p:cNvSpPr/>
            <p:nvPr/>
          </p:nvSpPr>
          <p:spPr>
            <a:xfrm>
              <a:off x="5617436" y="237868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7"/>
            <p:cNvSpPr/>
            <p:nvPr/>
          </p:nvSpPr>
          <p:spPr>
            <a:xfrm>
              <a:off x="5549754" y="20426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8"/>
            <p:cNvSpPr/>
            <p:nvPr/>
          </p:nvSpPr>
          <p:spPr>
            <a:xfrm>
              <a:off x="5491007" y="20585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29"/>
            <p:cNvSpPr/>
            <p:nvPr/>
          </p:nvSpPr>
          <p:spPr>
            <a:xfrm>
              <a:off x="5590337" y="23281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0"/>
            <p:cNvSpPr/>
            <p:nvPr/>
          </p:nvSpPr>
          <p:spPr>
            <a:xfrm>
              <a:off x="5507091" y="22838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1"/>
            <p:cNvSpPr/>
            <p:nvPr/>
          </p:nvSpPr>
          <p:spPr>
            <a:xfrm>
              <a:off x="5588158" y="26767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2"/>
            <p:cNvSpPr/>
            <p:nvPr/>
          </p:nvSpPr>
          <p:spPr>
            <a:xfrm>
              <a:off x="5497430" y="24168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3"/>
            <p:cNvSpPr/>
            <p:nvPr/>
          </p:nvSpPr>
          <p:spPr>
            <a:xfrm>
              <a:off x="5566616" y="21131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4"/>
            <p:cNvSpPr/>
            <p:nvPr/>
          </p:nvSpPr>
          <p:spPr>
            <a:xfrm>
              <a:off x="5477326" y="276525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5"/>
            <p:cNvSpPr/>
            <p:nvPr/>
          </p:nvSpPr>
          <p:spPr>
            <a:xfrm>
              <a:off x="5500356" y="267442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6"/>
            <p:cNvSpPr/>
            <p:nvPr/>
          </p:nvSpPr>
          <p:spPr>
            <a:xfrm>
              <a:off x="5507573" y="24458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7"/>
            <p:cNvSpPr/>
            <p:nvPr/>
          </p:nvSpPr>
          <p:spPr>
            <a:xfrm>
              <a:off x="5638634" y="24854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8"/>
            <p:cNvSpPr/>
            <p:nvPr/>
          </p:nvSpPr>
          <p:spPr>
            <a:xfrm>
              <a:off x="5609273" y="25029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39"/>
            <p:cNvSpPr/>
            <p:nvPr/>
          </p:nvSpPr>
          <p:spPr>
            <a:xfrm>
              <a:off x="5455564" y="274135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0"/>
            <p:cNvSpPr/>
            <p:nvPr/>
          </p:nvSpPr>
          <p:spPr>
            <a:xfrm>
              <a:off x="5744605" y="246982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1"/>
            <p:cNvSpPr/>
            <p:nvPr/>
          </p:nvSpPr>
          <p:spPr>
            <a:xfrm>
              <a:off x="5506448" y="25070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2"/>
            <p:cNvSpPr/>
            <p:nvPr/>
          </p:nvSpPr>
          <p:spPr>
            <a:xfrm>
              <a:off x="5636099" y="29238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3"/>
            <p:cNvSpPr/>
            <p:nvPr/>
          </p:nvSpPr>
          <p:spPr>
            <a:xfrm>
              <a:off x="5483440" y="282890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4"/>
            <p:cNvSpPr/>
            <p:nvPr/>
          </p:nvSpPr>
          <p:spPr>
            <a:xfrm>
              <a:off x="5587645" y="29078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5"/>
            <p:cNvSpPr/>
            <p:nvPr/>
          </p:nvSpPr>
          <p:spPr>
            <a:xfrm>
              <a:off x="5626586" y="199785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6"/>
            <p:cNvSpPr/>
            <p:nvPr/>
          </p:nvSpPr>
          <p:spPr>
            <a:xfrm>
              <a:off x="5571040" y="268547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7"/>
            <p:cNvSpPr/>
            <p:nvPr/>
          </p:nvSpPr>
          <p:spPr>
            <a:xfrm>
              <a:off x="5429329" y="25870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8"/>
            <p:cNvSpPr/>
            <p:nvPr/>
          </p:nvSpPr>
          <p:spPr>
            <a:xfrm>
              <a:off x="5582286" y="298619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49"/>
            <p:cNvSpPr/>
            <p:nvPr/>
          </p:nvSpPr>
          <p:spPr>
            <a:xfrm>
              <a:off x="5573523" y="23695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0"/>
            <p:cNvSpPr/>
            <p:nvPr/>
          </p:nvSpPr>
          <p:spPr>
            <a:xfrm>
              <a:off x="5528641" y="26450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1"/>
            <p:cNvSpPr/>
            <p:nvPr/>
          </p:nvSpPr>
          <p:spPr>
            <a:xfrm>
              <a:off x="5541555" y="24669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2"/>
            <p:cNvSpPr/>
            <p:nvPr/>
          </p:nvSpPr>
          <p:spPr>
            <a:xfrm>
              <a:off x="5562368" y="26651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3"/>
            <p:cNvSpPr/>
            <p:nvPr/>
          </p:nvSpPr>
          <p:spPr>
            <a:xfrm>
              <a:off x="5501088" y="26620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4"/>
            <p:cNvSpPr/>
            <p:nvPr/>
          </p:nvSpPr>
          <p:spPr>
            <a:xfrm>
              <a:off x="5604964" y="21249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5"/>
            <p:cNvSpPr/>
            <p:nvPr/>
          </p:nvSpPr>
          <p:spPr>
            <a:xfrm>
              <a:off x="5563693" y="230227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6"/>
            <p:cNvSpPr/>
            <p:nvPr/>
          </p:nvSpPr>
          <p:spPr>
            <a:xfrm>
              <a:off x="5519109" y="18702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7"/>
            <p:cNvSpPr/>
            <p:nvPr/>
          </p:nvSpPr>
          <p:spPr>
            <a:xfrm>
              <a:off x="5774493" y="214401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8"/>
            <p:cNvSpPr/>
            <p:nvPr/>
          </p:nvSpPr>
          <p:spPr>
            <a:xfrm>
              <a:off x="5590650" y="232223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59"/>
            <p:cNvSpPr/>
            <p:nvPr/>
          </p:nvSpPr>
          <p:spPr>
            <a:xfrm>
              <a:off x="5624964" y="230051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0"/>
            <p:cNvSpPr/>
            <p:nvPr/>
          </p:nvSpPr>
          <p:spPr>
            <a:xfrm>
              <a:off x="5637998" y="28337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1"/>
            <p:cNvSpPr/>
            <p:nvPr/>
          </p:nvSpPr>
          <p:spPr>
            <a:xfrm>
              <a:off x="5598363" y="289234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2"/>
            <p:cNvSpPr/>
            <p:nvPr/>
          </p:nvSpPr>
          <p:spPr>
            <a:xfrm>
              <a:off x="5631060" y="20929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3"/>
            <p:cNvSpPr/>
            <p:nvPr/>
          </p:nvSpPr>
          <p:spPr>
            <a:xfrm>
              <a:off x="5253088" y="255268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4"/>
            <p:cNvSpPr/>
            <p:nvPr/>
          </p:nvSpPr>
          <p:spPr>
            <a:xfrm>
              <a:off x="5404477" y="287739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5"/>
            <p:cNvSpPr/>
            <p:nvPr/>
          </p:nvSpPr>
          <p:spPr>
            <a:xfrm>
              <a:off x="5632326" y="249188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6"/>
            <p:cNvSpPr/>
            <p:nvPr/>
          </p:nvSpPr>
          <p:spPr>
            <a:xfrm>
              <a:off x="5703918" y="25996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7"/>
            <p:cNvSpPr/>
            <p:nvPr/>
          </p:nvSpPr>
          <p:spPr>
            <a:xfrm>
              <a:off x="5599659" y="25594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8"/>
            <p:cNvSpPr/>
            <p:nvPr/>
          </p:nvSpPr>
          <p:spPr>
            <a:xfrm>
              <a:off x="5652687" y="26167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69"/>
            <p:cNvSpPr/>
            <p:nvPr/>
          </p:nvSpPr>
          <p:spPr>
            <a:xfrm>
              <a:off x="5600410" y="207346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0"/>
            <p:cNvSpPr/>
            <p:nvPr/>
          </p:nvSpPr>
          <p:spPr>
            <a:xfrm>
              <a:off x="5622577" y="223176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1"/>
            <p:cNvSpPr/>
            <p:nvPr/>
          </p:nvSpPr>
          <p:spPr>
            <a:xfrm>
              <a:off x="5664808" y="216503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2"/>
            <p:cNvSpPr/>
            <p:nvPr/>
          </p:nvSpPr>
          <p:spPr>
            <a:xfrm>
              <a:off x="5753808" y="224784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3"/>
            <p:cNvSpPr/>
            <p:nvPr/>
          </p:nvSpPr>
          <p:spPr>
            <a:xfrm>
              <a:off x="5718719" y="28214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4"/>
            <p:cNvSpPr/>
            <p:nvPr/>
          </p:nvSpPr>
          <p:spPr>
            <a:xfrm>
              <a:off x="5552166" y="224874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5"/>
            <p:cNvSpPr/>
            <p:nvPr/>
          </p:nvSpPr>
          <p:spPr>
            <a:xfrm>
              <a:off x="5657969" y="266553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6"/>
            <p:cNvSpPr/>
            <p:nvPr/>
          </p:nvSpPr>
          <p:spPr>
            <a:xfrm>
              <a:off x="5621930" y="212960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7"/>
            <p:cNvSpPr/>
            <p:nvPr/>
          </p:nvSpPr>
          <p:spPr>
            <a:xfrm>
              <a:off x="5553774" y="237966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8"/>
            <p:cNvSpPr/>
            <p:nvPr/>
          </p:nvSpPr>
          <p:spPr>
            <a:xfrm>
              <a:off x="5569024" y="218604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79"/>
            <p:cNvSpPr/>
            <p:nvPr/>
          </p:nvSpPr>
          <p:spPr>
            <a:xfrm>
              <a:off x="5638478" y="26371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0"/>
            <p:cNvSpPr/>
            <p:nvPr/>
          </p:nvSpPr>
          <p:spPr>
            <a:xfrm>
              <a:off x="5686519" y="21120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1"/>
            <p:cNvSpPr/>
            <p:nvPr/>
          </p:nvSpPr>
          <p:spPr>
            <a:xfrm>
              <a:off x="5600093" y="222441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2"/>
            <p:cNvSpPr/>
            <p:nvPr/>
          </p:nvSpPr>
          <p:spPr>
            <a:xfrm>
              <a:off x="5517776" y="241824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3"/>
            <p:cNvSpPr/>
            <p:nvPr/>
          </p:nvSpPr>
          <p:spPr>
            <a:xfrm>
              <a:off x="5661191" y="21279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4"/>
            <p:cNvSpPr/>
            <p:nvPr/>
          </p:nvSpPr>
          <p:spPr>
            <a:xfrm>
              <a:off x="5574494" y="233802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5"/>
            <p:cNvSpPr/>
            <p:nvPr/>
          </p:nvSpPr>
          <p:spPr>
            <a:xfrm>
              <a:off x="5553192" y="3089772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6"/>
            <p:cNvSpPr/>
            <p:nvPr/>
          </p:nvSpPr>
          <p:spPr>
            <a:xfrm>
              <a:off x="5519072" y="244843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7"/>
            <p:cNvSpPr/>
            <p:nvPr/>
          </p:nvSpPr>
          <p:spPr>
            <a:xfrm>
              <a:off x="5547743" y="274605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8"/>
            <p:cNvSpPr/>
            <p:nvPr/>
          </p:nvSpPr>
          <p:spPr>
            <a:xfrm>
              <a:off x="5471557" y="29606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89"/>
            <p:cNvSpPr/>
            <p:nvPr/>
          </p:nvSpPr>
          <p:spPr>
            <a:xfrm>
              <a:off x="5519657" y="26916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0"/>
            <p:cNvSpPr/>
            <p:nvPr/>
          </p:nvSpPr>
          <p:spPr>
            <a:xfrm>
              <a:off x="5637913" y="299950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1"/>
            <p:cNvSpPr/>
            <p:nvPr/>
          </p:nvSpPr>
          <p:spPr>
            <a:xfrm>
              <a:off x="5485769" y="248416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2"/>
            <p:cNvSpPr/>
            <p:nvPr/>
          </p:nvSpPr>
          <p:spPr>
            <a:xfrm>
              <a:off x="5589737" y="25146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3"/>
            <p:cNvSpPr/>
            <p:nvPr/>
          </p:nvSpPr>
          <p:spPr>
            <a:xfrm>
              <a:off x="5656482" y="255007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4"/>
            <p:cNvSpPr/>
            <p:nvPr/>
          </p:nvSpPr>
          <p:spPr>
            <a:xfrm>
              <a:off x="5318427" y="247969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5"/>
            <p:cNvSpPr/>
            <p:nvPr/>
          </p:nvSpPr>
          <p:spPr>
            <a:xfrm>
              <a:off x="5632618" y="2832079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6"/>
            <p:cNvSpPr/>
            <p:nvPr/>
          </p:nvSpPr>
          <p:spPr>
            <a:xfrm>
              <a:off x="5813980" y="252857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7"/>
            <p:cNvSpPr/>
            <p:nvPr/>
          </p:nvSpPr>
          <p:spPr>
            <a:xfrm>
              <a:off x="5503645" y="24353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8"/>
            <p:cNvSpPr/>
            <p:nvPr/>
          </p:nvSpPr>
          <p:spPr>
            <a:xfrm>
              <a:off x="5640511" y="28184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299"/>
            <p:cNvSpPr/>
            <p:nvPr/>
          </p:nvSpPr>
          <p:spPr>
            <a:xfrm>
              <a:off x="5590869" y="245529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0"/>
            <p:cNvSpPr/>
            <p:nvPr/>
          </p:nvSpPr>
          <p:spPr>
            <a:xfrm>
              <a:off x="5327562" y="25815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1"/>
            <p:cNvSpPr/>
            <p:nvPr/>
          </p:nvSpPr>
          <p:spPr>
            <a:xfrm>
              <a:off x="5446244" y="24548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2"/>
            <p:cNvSpPr/>
            <p:nvPr/>
          </p:nvSpPr>
          <p:spPr>
            <a:xfrm>
              <a:off x="5424936" y="25213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3"/>
            <p:cNvSpPr/>
            <p:nvPr/>
          </p:nvSpPr>
          <p:spPr>
            <a:xfrm>
              <a:off x="5428503" y="272927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4"/>
            <p:cNvSpPr/>
            <p:nvPr/>
          </p:nvSpPr>
          <p:spPr>
            <a:xfrm>
              <a:off x="5399168" y="28844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5"/>
            <p:cNvSpPr/>
            <p:nvPr/>
          </p:nvSpPr>
          <p:spPr>
            <a:xfrm>
              <a:off x="5402178" y="19390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6"/>
            <p:cNvSpPr/>
            <p:nvPr/>
          </p:nvSpPr>
          <p:spPr>
            <a:xfrm>
              <a:off x="5358461" y="242495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7"/>
            <p:cNvSpPr/>
            <p:nvPr/>
          </p:nvSpPr>
          <p:spPr>
            <a:xfrm>
              <a:off x="5391830" y="2691781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8"/>
            <p:cNvSpPr/>
            <p:nvPr/>
          </p:nvSpPr>
          <p:spPr>
            <a:xfrm>
              <a:off x="5497500" y="25404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09"/>
            <p:cNvSpPr/>
            <p:nvPr/>
          </p:nvSpPr>
          <p:spPr>
            <a:xfrm>
              <a:off x="5370804" y="25344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0"/>
            <p:cNvSpPr/>
            <p:nvPr/>
          </p:nvSpPr>
          <p:spPr>
            <a:xfrm>
              <a:off x="5259771" y="250082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1"/>
            <p:cNvSpPr/>
            <p:nvPr/>
          </p:nvSpPr>
          <p:spPr>
            <a:xfrm>
              <a:off x="5331922" y="25910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2"/>
            <p:cNvSpPr/>
            <p:nvPr/>
          </p:nvSpPr>
          <p:spPr>
            <a:xfrm>
              <a:off x="5340449" y="2038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3"/>
            <p:cNvSpPr/>
            <p:nvPr/>
          </p:nvSpPr>
          <p:spPr>
            <a:xfrm>
              <a:off x="5607825" y="311637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4"/>
            <p:cNvSpPr/>
            <p:nvPr/>
          </p:nvSpPr>
          <p:spPr>
            <a:xfrm>
              <a:off x="5471458" y="31336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5"/>
            <p:cNvSpPr/>
            <p:nvPr/>
          </p:nvSpPr>
          <p:spPr>
            <a:xfrm>
              <a:off x="5554706" y="195092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6"/>
            <p:cNvSpPr/>
            <p:nvPr/>
          </p:nvSpPr>
          <p:spPr>
            <a:xfrm>
              <a:off x="5607525" y="221249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7"/>
            <p:cNvSpPr/>
            <p:nvPr/>
          </p:nvSpPr>
          <p:spPr>
            <a:xfrm>
              <a:off x="5291411" y="264849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8"/>
            <p:cNvSpPr/>
            <p:nvPr/>
          </p:nvSpPr>
          <p:spPr>
            <a:xfrm>
              <a:off x="5533614" y="222718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19"/>
            <p:cNvSpPr/>
            <p:nvPr/>
          </p:nvSpPr>
          <p:spPr>
            <a:xfrm>
              <a:off x="5617151" y="24130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0"/>
            <p:cNvSpPr/>
            <p:nvPr/>
          </p:nvSpPr>
          <p:spPr>
            <a:xfrm>
              <a:off x="5735911" y="230116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1"/>
            <p:cNvSpPr/>
            <p:nvPr/>
          </p:nvSpPr>
          <p:spPr>
            <a:xfrm>
              <a:off x="5609170" y="243251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2"/>
            <p:cNvSpPr/>
            <p:nvPr/>
          </p:nvSpPr>
          <p:spPr>
            <a:xfrm>
              <a:off x="5496451" y="18825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3"/>
            <p:cNvSpPr/>
            <p:nvPr/>
          </p:nvSpPr>
          <p:spPr>
            <a:xfrm>
              <a:off x="5492135" y="20494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4"/>
            <p:cNvSpPr/>
            <p:nvPr/>
          </p:nvSpPr>
          <p:spPr>
            <a:xfrm>
              <a:off x="5726159" y="213997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5"/>
            <p:cNvSpPr/>
            <p:nvPr/>
          </p:nvSpPr>
          <p:spPr>
            <a:xfrm>
              <a:off x="5866890" y="271684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6"/>
            <p:cNvSpPr/>
            <p:nvPr/>
          </p:nvSpPr>
          <p:spPr>
            <a:xfrm>
              <a:off x="5831613" y="21399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7"/>
            <p:cNvSpPr/>
            <p:nvPr/>
          </p:nvSpPr>
          <p:spPr>
            <a:xfrm>
              <a:off x="5710813" y="23892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8"/>
            <p:cNvSpPr/>
            <p:nvPr/>
          </p:nvSpPr>
          <p:spPr>
            <a:xfrm>
              <a:off x="5608006" y="2272784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29"/>
            <p:cNvSpPr/>
            <p:nvPr/>
          </p:nvSpPr>
          <p:spPr>
            <a:xfrm>
              <a:off x="5762393" y="23423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0"/>
            <p:cNvSpPr/>
            <p:nvPr/>
          </p:nvSpPr>
          <p:spPr>
            <a:xfrm>
              <a:off x="5694282" y="219711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1"/>
            <p:cNvSpPr/>
            <p:nvPr/>
          </p:nvSpPr>
          <p:spPr>
            <a:xfrm>
              <a:off x="5764961" y="25599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2"/>
            <p:cNvSpPr/>
            <p:nvPr/>
          </p:nvSpPr>
          <p:spPr>
            <a:xfrm>
              <a:off x="5564249" y="23328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3"/>
            <p:cNvSpPr/>
            <p:nvPr/>
          </p:nvSpPr>
          <p:spPr>
            <a:xfrm>
              <a:off x="5726301" y="296657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4"/>
            <p:cNvSpPr/>
            <p:nvPr/>
          </p:nvSpPr>
          <p:spPr>
            <a:xfrm>
              <a:off x="5497801" y="251718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5"/>
            <p:cNvSpPr/>
            <p:nvPr/>
          </p:nvSpPr>
          <p:spPr>
            <a:xfrm>
              <a:off x="5578392" y="22057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6"/>
            <p:cNvSpPr/>
            <p:nvPr/>
          </p:nvSpPr>
          <p:spPr>
            <a:xfrm>
              <a:off x="5539797" y="27800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7"/>
            <p:cNvSpPr/>
            <p:nvPr/>
          </p:nvSpPr>
          <p:spPr>
            <a:xfrm>
              <a:off x="5792994" y="2193870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8"/>
            <p:cNvSpPr/>
            <p:nvPr/>
          </p:nvSpPr>
          <p:spPr>
            <a:xfrm>
              <a:off x="5598304" y="23154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39"/>
            <p:cNvSpPr/>
            <p:nvPr/>
          </p:nvSpPr>
          <p:spPr>
            <a:xfrm>
              <a:off x="5647255" y="25466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0"/>
            <p:cNvSpPr/>
            <p:nvPr/>
          </p:nvSpPr>
          <p:spPr>
            <a:xfrm>
              <a:off x="5618370" y="227861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1"/>
            <p:cNvSpPr/>
            <p:nvPr/>
          </p:nvSpPr>
          <p:spPr>
            <a:xfrm>
              <a:off x="5869083" y="28728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2"/>
            <p:cNvSpPr/>
            <p:nvPr/>
          </p:nvSpPr>
          <p:spPr>
            <a:xfrm>
              <a:off x="5838906" y="26886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3"/>
            <p:cNvSpPr/>
            <p:nvPr/>
          </p:nvSpPr>
          <p:spPr>
            <a:xfrm>
              <a:off x="5838551" y="258479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4"/>
            <p:cNvSpPr/>
            <p:nvPr/>
          </p:nvSpPr>
          <p:spPr>
            <a:xfrm>
              <a:off x="5669804" y="2547085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5"/>
            <p:cNvSpPr/>
            <p:nvPr/>
          </p:nvSpPr>
          <p:spPr>
            <a:xfrm>
              <a:off x="5117373" y="30635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6"/>
            <p:cNvSpPr/>
            <p:nvPr/>
          </p:nvSpPr>
          <p:spPr>
            <a:xfrm>
              <a:off x="5533639" y="228155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7"/>
            <p:cNvSpPr/>
            <p:nvPr/>
          </p:nvSpPr>
          <p:spPr>
            <a:xfrm>
              <a:off x="5512589" y="23472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8"/>
            <p:cNvSpPr/>
            <p:nvPr/>
          </p:nvSpPr>
          <p:spPr>
            <a:xfrm>
              <a:off x="5509900" y="24367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49"/>
            <p:cNvSpPr/>
            <p:nvPr/>
          </p:nvSpPr>
          <p:spPr>
            <a:xfrm>
              <a:off x="5705368" y="192713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0"/>
            <p:cNvSpPr/>
            <p:nvPr/>
          </p:nvSpPr>
          <p:spPr>
            <a:xfrm>
              <a:off x="5482505" y="270144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1"/>
            <p:cNvSpPr/>
            <p:nvPr/>
          </p:nvSpPr>
          <p:spPr>
            <a:xfrm>
              <a:off x="5580205" y="24282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2"/>
            <p:cNvSpPr/>
            <p:nvPr/>
          </p:nvSpPr>
          <p:spPr>
            <a:xfrm>
              <a:off x="5581208" y="226389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3"/>
            <p:cNvSpPr/>
            <p:nvPr/>
          </p:nvSpPr>
          <p:spPr>
            <a:xfrm>
              <a:off x="5699292" y="22655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4"/>
            <p:cNvSpPr/>
            <p:nvPr/>
          </p:nvSpPr>
          <p:spPr>
            <a:xfrm>
              <a:off x="5566442" y="228370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5"/>
            <p:cNvSpPr/>
            <p:nvPr/>
          </p:nvSpPr>
          <p:spPr>
            <a:xfrm>
              <a:off x="5564576" y="27502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6"/>
            <p:cNvSpPr/>
            <p:nvPr/>
          </p:nvSpPr>
          <p:spPr>
            <a:xfrm>
              <a:off x="5738436" y="277046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7"/>
            <p:cNvSpPr/>
            <p:nvPr/>
          </p:nvSpPr>
          <p:spPr>
            <a:xfrm>
              <a:off x="5756884" y="165306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8"/>
            <p:cNvSpPr/>
            <p:nvPr/>
          </p:nvSpPr>
          <p:spPr>
            <a:xfrm>
              <a:off x="5578974" y="232198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59"/>
            <p:cNvSpPr/>
            <p:nvPr/>
          </p:nvSpPr>
          <p:spPr>
            <a:xfrm>
              <a:off x="5540076" y="242795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0"/>
            <p:cNvSpPr/>
            <p:nvPr/>
          </p:nvSpPr>
          <p:spPr>
            <a:xfrm>
              <a:off x="5502095" y="22605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1"/>
            <p:cNvSpPr/>
            <p:nvPr/>
          </p:nvSpPr>
          <p:spPr>
            <a:xfrm>
              <a:off x="5562102" y="25963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2"/>
            <p:cNvSpPr/>
            <p:nvPr/>
          </p:nvSpPr>
          <p:spPr>
            <a:xfrm>
              <a:off x="5865285" y="191940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3"/>
            <p:cNvSpPr/>
            <p:nvPr/>
          </p:nvSpPr>
          <p:spPr>
            <a:xfrm>
              <a:off x="5585839" y="23835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4"/>
            <p:cNvSpPr/>
            <p:nvPr/>
          </p:nvSpPr>
          <p:spPr>
            <a:xfrm>
              <a:off x="5568417" y="221002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5"/>
            <p:cNvSpPr/>
            <p:nvPr/>
          </p:nvSpPr>
          <p:spPr>
            <a:xfrm>
              <a:off x="5687075" y="22355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6"/>
            <p:cNvSpPr/>
            <p:nvPr/>
          </p:nvSpPr>
          <p:spPr>
            <a:xfrm>
              <a:off x="5755564" y="216687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7"/>
            <p:cNvSpPr/>
            <p:nvPr/>
          </p:nvSpPr>
          <p:spPr>
            <a:xfrm>
              <a:off x="5495463" y="22352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8"/>
            <p:cNvSpPr/>
            <p:nvPr/>
          </p:nvSpPr>
          <p:spPr>
            <a:xfrm>
              <a:off x="5679956" y="260831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69"/>
            <p:cNvSpPr/>
            <p:nvPr/>
          </p:nvSpPr>
          <p:spPr>
            <a:xfrm>
              <a:off x="5553824" y="263892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0"/>
            <p:cNvSpPr/>
            <p:nvPr/>
          </p:nvSpPr>
          <p:spPr>
            <a:xfrm>
              <a:off x="5398892" y="19251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1"/>
            <p:cNvSpPr/>
            <p:nvPr/>
          </p:nvSpPr>
          <p:spPr>
            <a:xfrm>
              <a:off x="5553420" y="252247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2"/>
            <p:cNvSpPr/>
            <p:nvPr/>
          </p:nvSpPr>
          <p:spPr>
            <a:xfrm>
              <a:off x="5690949" y="23122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3"/>
            <p:cNvSpPr/>
            <p:nvPr/>
          </p:nvSpPr>
          <p:spPr>
            <a:xfrm>
              <a:off x="5453023" y="260091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4"/>
            <p:cNvSpPr/>
            <p:nvPr/>
          </p:nvSpPr>
          <p:spPr>
            <a:xfrm>
              <a:off x="5525845" y="24900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5"/>
            <p:cNvSpPr/>
            <p:nvPr/>
          </p:nvSpPr>
          <p:spPr>
            <a:xfrm>
              <a:off x="5706011" y="245946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6"/>
            <p:cNvSpPr/>
            <p:nvPr/>
          </p:nvSpPr>
          <p:spPr>
            <a:xfrm>
              <a:off x="5696773" y="180247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7"/>
            <p:cNvSpPr/>
            <p:nvPr/>
          </p:nvSpPr>
          <p:spPr>
            <a:xfrm>
              <a:off x="5687943" y="22601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8"/>
            <p:cNvSpPr/>
            <p:nvPr/>
          </p:nvSpPr>
          <p:spPr>
            <a:xfrm>
              <a:off x="5386188" y="28402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79"/>
            <p:cNvSpPr/>
            <p:nvPr/>
          </p:nvSpPr>
          <p:spPr>
            <a:xfrm>
              <a:off x="5584273" y="239905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0"/>
            <p:cNvSpPr/>
            <p:nvPr/>
          </p:nvSpPr>
          <p:spPr>
            <a:xfrm>
              <a:off x="5486692" y="275374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1"/>
            <p:cNvSpPr/>
            <p:nvPr/>
          </p:nvSpPr>
          <p:spPr>
            <a:xfrm>
              <a:off x="5515702" y="222699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2"/>
            <p:cNvSpPr/>
            <p:nvPr/>
          </p:nvSpPr>
          <p:spPr>
            <a:xfrm>
              <a:off x="5654294" y="29521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3"/>
            <p:cNvSpPr/>
            <p:nvPr/>
          </p:nvSpPr>
          <p:spPr>
            <a:xfrm>
              <a:off x="5857417" y="27087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4"/>
            <p:cNvSpPr/>
            <p:nvPr/>
          </p:nvSpPr>
          <p:spPr>
            <a:xfrm>
              <a:off x="5315718" y="25120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5"/>
            <p:cNvSpPr/>
            <p:nvPr/>
          </p:nvSpPr>
          <p:spPr>
            <a:xfrm>
              <a:off x="5510110" y="276929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6"/>
            <p:cNvSpPr/>
            <p:nvPr/>
          </p:nvSpPr>
          <p:spPr>
            <a:xfrm>
              <a:off x="5664915" y="290811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7"/>
            <p:cNvSpPr/>
            <p:nvPr/>
          </p:nvSpPr>
          <p:spPr>
            <a:xfrm>
              <a:off x="5568042" y="220116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8"/>
            <p:cNvSpPr/>
            <p:nvPr/>
          </p:nvSpPr>
          <p:spPr>
            <a:xfrm>
              <a:off x="5552971" y="2111643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89"/>
            <p:cNvSpPr/>
            <p:nvPr/>
          </p:nvSpPr>
          <p:spPr>
            <a:xfrm>
              <a:off x="5579822" y="27207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0"/>
            <p:cNvSpPr/>
            <p:nvPr/>
          </p:nvSpPr>
          <p:spPr>
            <a:xfrm>
              <a:off x="5452552" y="21542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1"/>
            <p:cNvSpPr/>
            <p:nvPr/>
          </p:nvSpPr>
          <p:spPr>
            <a:xfrm>
              <a:off x="5752992" y="28694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2"/>
            <p:cNvSpPr/>
            <p:nvPr/>
          </p:nvSpPr>
          <p:spPr>
            <a:xfrm>
              <a:off x="5631559" y="220595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3"/>
            <p:cNvSpPr/>
            <p:nvPr/>
          </p:nvSpPr>
          <p:spPr>
            <a:xfrm>
              <a:off x="5823518" y="22879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4"/>
            <p:cNvSpPr/>
            <p:nvPr/>
          </p:nvSpPr>
          <p:spPr>
            <a:xfrm>
              <a:off x="5778274" y="250930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5"/>
            <p:cNvSpPr/>
            <p:nvPr/>
          </p:nvSpPr>
          <p:spPr>
            <a:xfrm>
              <a:off x="5565164" y="28332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6"/>
            <p:cNvSpPr/>
            <p:nvPr/>
          </p:nvSpPr>
          <p:spPr>
            <a:xfrm>
              <a:off x="5579850" y="16376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7"/>
            <p:cNvSpPr/>
            <p:nvPr/>
          </p:nvSpPr>
          <p:spPr>
            <a:xfrm>
              <a:off x="5684188" y="24493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8"/>
            <p:cNvSpPr/>
            <p:nvPr/>
          </p:nvSpPr>
          <p:spPr>
            <a:xfrm>
              <a:off x="5521104" y="24357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399"/>
            <p:cNvSpPr/>
            <p:nvPr/>
          </p:nvSpPr>
          <p:spPr>
            <a:xfrm>
              <a:off x="5488365" y="228003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0"/>
            <p:cNvSpPr/>
            <p:nvPr/>
          </p:nvSpPr>
          <p:spPr>
            <a:xfrm>
              <a:off x="5371342" y="235959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1"/>
            <p:cNvSpPr/>
            <p:nvPr/>
          </p:nvSpPr>
          <p:spPr>
            <a:xfrm>
              <a:off x="5586461" y="251475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2"/>
            <p:cNvSpPr/>
            <p:nvPr/>
          </p:nvSpPr>
          <p:spPr>
            <a:xfrm>
              <a:off x="5643474" y="23165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3"/>
            <p:cNvSpPr/>
            <p:nvPr/>
          </p:nvSpPr>
          <p:spPr>
            <a:xfrm>
              <a:off x="5631947" y="23886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4"/>
            <p:cNvSpPr/>
            <p:nvPr/>
          </p:nvSpPr>
          <p:spPr>
            <a:xfrm>
              <a:off x="5579311" y="247091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5"/>
            <p:cNvSpPr/>
            <p:nvPr/>
          </p:nvSpPr>
          <p:spPr>
            <a:xfrm>
              <a:off x="5504917" y="23816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6"/>
            <p:cNvSpPr/>
            <p:nvPr/>
          </p:nvSpPr>
          <p:spPr>
            <a:xfrm>
              <a:off x="5421940" y="256630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7"/>
            <p:cNvSpPr/>
            <p:nvPr/>
          </p:nvSpPr>
          <p:spPr>
            <a:xfrm>
              <a:off x="5553800" y="19908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8"/>
            <p:cNvSpPr/>
            <p:nvPr/>
          </p:nvSpPr>
          <p:spPr>
            <a:xfrm>
              <a:off x="5505091" y="25163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09"/>
            <p:cNvSpPr/>
            <p:nvPr/>
          </p:nvSpPr>
          <p:spPr>
            <a:xfrm>
              <a:off x="5595166" y="177163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0"/>
            <p:cNvSpPr/>
            <p:nvPr/>
          </p:nvSpPr>
          <p:spPr>
            <a:xfrm>
              <a:off x="5709718" y="249773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1"/>
            <p:cNvSpPr/>
            <p:nvPr/>
          </p:nvSpPr>
          <p:spPr>
            <a:xfrm>
              <a:off x="5736205" y="275273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2"/>
            <p:cNvSpPr/>
            <p:nvPr/>
          </p:nvSpPr>
          <p:spPr>
            <a:xfrm>
              <a:off x="5585108" y="223102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3"/>
            <p:cNvSpPr/>
            <p:nvPr/>
          </p:nvSpPr>
          <p:spPr>
            <a:xfrm>
              <a:off x="5555296" y="24945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4"/>
            <p:cNvSpPr/>
            <p:nvPr/>
          </p:nvSpPr>
          <p:spPr>
            <a:xfrm>
              <a:off x="5648469" y="274736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5"/>
            <p:cNvSpPr/>
            <p:nvPr/>
          </p:nvSpPr>
          <p:spPr>
            <a:xfrm>
              <a:off x="5699367" y="252450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6"/>
            <p:cNvSpPr/>
            <p:nvPr/>
          </p:nvSpPr>
          <p:spPr>
            <a:xfrm>
              <a:off x="5441983" y="23461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7"/>
            <p:cNvSpPr/>
            <p:nvPr/>
          </p:nvSpPr>
          <p:spPr>
            <a:xfrm>
              <a:off x="5583109" y="257618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8"/>
            <p:cNvSpPr/>
            <p:nvPr/>
          </p:nvSpPr>
          <p:spPr>
            <a:xfrm>
              <a:off x="5413613" y="242461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19"/>
            <p:cNvSpPr/>
            <p:nvPr/>
          </p:nvSpPr>
          <p:spPr>
            <a:xfrm>
              <a:off x="5545955" y="24770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0"/>
            <p:cNvSpPr/>
            <p:nvPr/>
          </p:nvSpPr>
          <p:spPr>
            <a:xfrm>
              <a:off x="5477317" y="253753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1"/>
            <p:cNvSpPr/>
            <p:nvPr/>
          </p:nvSpPr>
          <p:spPr>
            <a:xfrm>
              <a:off x="5664458" y="26854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2"/>
            <p:cNvSpPr/>
            <p:nvPr/>
          </p:nvSpPr>
          <p:spPr>
            <a:xfrm>
              <a:off x="5511006" y="254547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3"/>
            <p:cNvSpPr/>
            <p:nvPr/>
          </p:nvSpPr>
          <p:spPr>
            <a:xfrm>
              <a:off x="5593424" y="22054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4"/>
            <p:cNvSpPr/>
            <p:nvPr/>
          </p:nvSpPr>
          <p:spPr>
            <a:xfrm>
              <a:off x="5572618" y="273882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5"/>
            <p:cNvSpPr/>
            <p:nvPr/>
          </p:nvSpPr>
          <p:spPr>
            <a:xfrm>
              <a:off x="5494917" y="236283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6"/>
            <p:cNvSpPr/>
            <p:nvPr/>
          </p:nvSpPr>
          <p:spPr>
            <a:xfrm>
              <a:off x="5598618" y="2729978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7"/>
            <p:cNvSpPr/>
            <p:nvPr/>
          </p:nvSpPr>
          <p:spPr>
            <a:xfrm>
              <a:off x="5682026" y="236904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8"/>
            <p:cNvSpPr/>
            <p:nvPr/>
          </p:nvSpPr>
          <p:spPr>
            <a:xfrm>
              <a:off x="5341238" y="24741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29"/>
            <p:cNvSpPr/>
            <p:nvPr/>
          </p:nvSpPr>
          <p:spPr>
            <a:xfrm>
              <a:off x="5655141" y="209688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0"/>
            <p:cNvSpPr/>
            <p:nvPr/>
          </p:nvSpPr>
          <p:spPr>
            <a:xfrm>
              <a:off x="5518498" y="196143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1"/>
            <p:cNvSpPr/>
            <p:nvPr/>
          </p:nvSpPr>
          <p:spPr>
            <a:xfrm>
              <a:off x="5671858" y="22630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2"/>
            <p:cNvSpPr/>
            <p:nvPr/>
          </p:nvSpPr>
          <p:spPr>
            <a:xfrm>
              <a:off x="5649607" y="261983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3"/>
            <p:cNvSpPr/>
            <p:nvPr/>
          </p:nvSpPr>
          <p:spPr>
            <a:xfrm>
              <a:off x="5631097" y="262518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4"/>
            <p:cNvSpPr/>
            <p:nvPr/>
          </p:nvSpPr>
          <p:spPr>
            <a:xfrm>
              <a:off x="5591654" y="23223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5"/>
            <p:cNvSpPr/>
            <p:nvPr/>
          </p:nvSpPr>
          <p:spPr>
            <a:xfrm>
              <a:off x="5619550" y="205647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6"/>
            <p:cNvSpPr/>
            <p:nvPr/>
          </p:nvSpPr>
          <p:spPr>
            <a:xfrm>
              <a:off x="5682257" y="226660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7"/>
            <p:cNvSpPr/>
            <p:nvPr/>
          </p:nvSpPr>
          <p:spPr>
            <a:xfrm>
              <a:off x="5577458" y="275898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8"/>
            <p:cNvSpPr/>
            <p:nvPr/>
          </p:nvSpPr>
          <p:spPr>
            <a:xfrm>
              <a:off x="5720542" y="23697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39"/>
            <p:cNvSpPr/>
            <p:nvPr/>
          </p:nvSpPr>
          <p:spPr>
            <a:xfrm>
              <a:off x="5546118" y="24571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0"/>
            <p:cNvSpPr/>
            <p:nvPr/>
          </p:nvSpPr>
          <p:spPr>
            <a:xfrm>
              <a:off x="5632008" y="257019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1"/>
            <p:cNvSpPr/>
            <p:nvPr/>
          </p:nvSpPr>
          <p:spPr>
            <a:xfrm>
              <a:off x="5578679" y="261905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2"/>
            <p:cNvSpPr/>
            <p:nvPr/>
          </p:nvSpPr>
          <p:spPr>
            <a:xfrm>
              <a:off x="5720814" y="25343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3"/>
            <p:cNvSpPr/>
            <p:nvPr/>
          </p:nvSpPr>
          <p:spPr>
            <a:xfrm>
              <a:off x="5358209" y="27080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4"/>
            <p:cNvSpPr/>
            <p:nvPr/>
          </p:nvSpPr>
          <p:spPr>
            <a:xfrm>
              <a:off x="5767093" y="238573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5"/>
            <p:cNvSpPr/>
            <p:nvPr/>
          </p:nvSpPr>
          <p:spPr>
            <a:xfrm>
              <a:off x="5536659" y="248807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6"/>
            <p:cNvSpPr/>
            <p:nvPr/>
          </p:nvSpPr>
          <p:spPr>
            <a:xfrm>
              <a:off x="5668296" y="258476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7"/>
            <p:cNvSpPr/>
            <p:nvPr/>
          </p:nvSpPr>
          <p:spPr>
            <a:xfrm>
              <a:off x="5386922" y="24810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8"/>
            <p:cNvSpPr/>
            <p:nvPr/>
          </p:nvSpPr>
          <p:spPr>
            <a:xfrm>
              <a:off x="5740280" y="192667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49"/>
            <p:cNvSpPr/>
            <p:nvPr/>
          </p:nvSpPr>
          <p:spPr>
            <a:xfrm>
              <a:off x="5531228" y="235904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0"/>
            <p:cNvSpPr/>
            <p:nvPr/>
          </p:nvSpPr>
          <p:spPr>
            <a:xfrm>
              <a:off x="6115067" y="23960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1"/>
            <p:cNvSpPr/>
            <p:nvPr/>
          </p:nvSpPr>
          <p:spPr>
            <a:xfrm>
              <a:off x="5979664" y="231834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2"/>
            <p:cNvSpPr/>
            <p:nvPr/>
          </p:nvSpPr>
          <p:spPr>
            <a:xfrm>
              <a:off x="5736905" y="264116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3"/>
            <p:cNvSpPr/>
            <p:nvPr/>
          </p:nvSpPr>
          <p:spPr>
            <a:xfrm>
              <a:off x="5766995" y="27061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4"/>
            <p:cNvSpPr/>
            <p:nvPr/>
          </p:nvSpPr>
          <p:spPr>
            <a:xfrm>
              <a:off x="6213440" y="173609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5"/>
            <p:cNvSpPr/>
            <p:nvPr/>
          </p:nvSpPr>
          <p:spPr>
            <a:xfrm>
              <a:off x="5805932" y="229279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6"/>
            <p:cNvSpPr/>
            <p:nvPr/>
          </p:nvSpPr>
          <p:spPr>
            <a:xfrm>
              <a:off x="5571224" y="23591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7"/>
            <p:cNvSpPr/>
            <p:nvPr/>
          </p:nvSpPr>
          <p:spPr>
            <a:xfrm>
              <a:off x="5529069" y="249973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8"/>
            <p:cNvSpPr/>
            <p:nvPr/>
          </p:nvSpPr>
          <p:spPr>
            <a:xfrm>
              <a:off x="5483322" y="232964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59"/>
            <p:cNvSpPr/>
            <p:nvPr/>
          </p:nvSpPr>
          <p:spPr>
            <a:xfrm>
              <a:off x="5674155" y="2495810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0"/>
            <p:cNvSpPr/>
            <p:nvPr/>
          </p:nvSpPr>
          <p:spPr>
            <a:xfrm>
              <a:off x="5577186" y="254267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1"/>
            <p:cNvSpPr/>
            <p:nvPr/>
          </p:nvSpPr>
          <p:spPr>
            <a:xfrm>
              <a:off x="5619240" y="262844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2"/>
            <p:cNvSpPr/>
            <p:nvPr/>
          </p:nvSpPr>
          <p:spPr>
            <a:xfrm>
              <a:off x="5651801" y="240491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3"/>
            <p:cNvSpPr/>
            <p:nvPr/>
          </p:nvSpPr>
          <p:spPr>
            <a:xfrm>
              <a:off x="5435362" y="195328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4"/>
            <p:cNvSpPr/>
            <p:nvPr/>
          </p:nvSpPr>
          <p:spPr>
            <a:xfrm>
              <a:off x="5653295" y="22061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5"/>
            <p:cNvSpPr/>
            <p:nvPr/>
          </p:nvSpPr>
          <p:spPr>
            <a:xfrm>
              <a:off x="5580482" y="222690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6"/>
            <p:cNvSpPr/>
            <p:nvPr/>
          </p:nvSpPr>
          <p:spPr>
            <a:xfrm>
              <a:off x="5905035" y="30964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7"/>
            <p:cNvSpPr/>
            <p:nvPr/>
          </p:nvSpPr>
          <p:spPr>
            <a:xfrm>
              <a:off x="5647190" y="177951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8"/>
            <p:cNvSpPr/>
            <p:nvPr/>
          </p:nvSpPr>
          <p:spPr>
            <a:xfrm>
              <a:off x="5617598" y="199525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69"/>
            <p:cNvSpPr/>
            <p:nvPr/>
          </p:nvSpPr>
          <p:spPr>
            <a:xfrm>
              <a:off x="5295664" y="222852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0"/>
            <p:cNvSpPr/>
            <p:nvPr/>
          </p:nvSpPr>
          <p:spPr>
            <a:xfrm>
              <a:off x="5674969" y="237031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1"/>
            <p:cNvSpPr/>
            <p:nvPr/>
          </p:nvSpPr>
          <p:spPr>
            <a:xfrm>
              <a:off x="5956717" y="26667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2"/>
            <p:cNvSpPr/>
            <p:nvPr/>
          </p:nvSpPr>
          <p:spPr>
            <a:xfrm>
              <a:off x="5838121" y="268315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3"/>
            <p:cNvSpPr/>
            <p:nvPr/>
          </p:nvSpPr>
          <p:spPr>
            <a:xfrm>
              <a:off x="5642494" y="20619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4"/>
            <p:cNvSpPr/>
            <p:nvPr/>
          </p:nvSpPr>
          <p:spPr>
            <a:xfrm>
              <a:off x="5707374" y="235354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5"/>
            <p:cNvSpPr/>
            <p:nvPr/>
          </p:nvSpPr>
          <p:spPr>
            <a:xfrm>
              <a:off x="5503679" y="27071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6"/>
            <p:cNvSpPr/>
            <p:nvPr/>
          </p:nvSpPr>
          <p:spPr>
            <a:xfrm>
              <a:off x="5684734" y="251823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7"/>
            <p:cNvSpPr/>
            <p:nvPr/>
          </p:nvSpPr>
          <p:spPr>
            <a:xfrm>
              <a:off x="5693924" y="230549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8"/>
            <p:cNvSpPr/>
            <p:nvPr/>
          </p:nvSpPr>
          <p:spPr>
            <a:xfrm>
              <a:off x="5814025" y="252207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79"/>
            <p:cNvSpPr/>
            <p:nvPr/>
          </p:nvSpPr>
          <p:spPr>
            <a:xfrm>
              <a:off x="5558037" y="221017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0"/>
            <p:cNvSpPr/>
            <p:nvPr/>
          </p:nvSpPr>
          <p:spPr>
            <a:xfrm>
              <a:off x="5719198" y="214313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1"/>
            <p:cNvSpPr/>
            <p:nvPr/>
          </p:nvSpPr>
          <p:spPr>
            <a:xfrm>
              <a:off x="5461368" y="20069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2"/>
            <p:cNvSpPr/>
            <p:nvPr/>
          </p:nvSpPr>
          <p:spPr>
            <a:xfrm>
              <a:off x="5898968" y="27904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3"/>
            <p:cNvSpPr/>
            <p:nvPr/>
          </p:nvSpPr>
          <p:spPr>
            <a:xfrm>
              <a:off x="5658149" y="25910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4"/>
            <p:cNvSpPr/>
            <p:nvPr/>
          </p:nvSpPr>
          <p:spPr>
            <a:xfrm>
              <a:off x="5706109" y="20084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5"/>
            <p:cNvSpPr/>
            <p:nvPr/>
          </p:nvSpPr>
          <p:spPr>
            <a:xfrm>
              <a:off x="5568939" y="213444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6"/>
            <p:cNvSpPr/>
            <p:nvPr/>
          </p:nvSpPr>
          <p:spPr>
            <a:xfrm>
              <a:off x="5434944" y="233693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7"/>
            <p:cNvSpPr/>
            <p:nvPr/>
          </p:nvSpPr>
          <p:spPr>
            <a:xfrm>
              <a:off x="5733401" y="27670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8"/>
            <p:cNvSpPr/>
            <p:nvPr/>
          </p:nvSpPr>
          <p:spPr>
            <a:xfrm>
              <a:off x="5549481" y="212571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89"/>
            <p:cNvSpPr/>
            <p:nvPr/>
          </p:nvSpPr>
          <p:spPr>
            <a:xfrm>
              <a:off x="5523683" y="208757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0"/>
            <p:cNvSpPr/>
            <p:nvPr/>
          </p:nvSpPr>
          <p:spPr>
            <a:xfrm>
              <a:off x="5676741" y="239605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1"/>
            <p:cNvSpPr/>
            <p:nvPr/>
          </p:nvSpPr>
          <p:spPr>
            <a:xfrm>
              <a:off x="5627761" y="296523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2"/>
            <p:cNvSpPr/>
            <p:nvPr/>
          </p:nvSpPr>
          <p:spPr>
            <a:xfrm>
              <a:off x="5505935" y="208048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3"/>
            <p:cNvSpPr/>
            <p:nvPr/>
          </p:nvSpPr>
          <p:spPr>
            <a:xfrm>
              <a:off x="5655970" y="252695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4"/>
            <p:cNvSpPr/>
            <p:nvPr/>
          </p:nvSpPr>
          <p:spPr>
            <a:xfrm>
              <a:off x="5660476" y="208589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5"/>
            <p:cNvSpPr/>
            <p:nvPr/>
          </p:nvSpPr>
          <p:spPr>
            <a:xfrm>
              <a:off x="5660495" y="28656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6"/>
            <p:cNvSpPr/>
            <p:nvPr/>
          </p:nvSpPr>
          <p:spPr>
            <a:xfrm>
              <a:off x="5664414" y="247577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7"/>
            <p:cNvSpPr/>
            <p:nvPr/>
          </p:nvSpPr>
          <p:spPr>
            <a:xfrm>
              <a:off x="5799332" y="292372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8"/>
            <p:cNvSpPr/>
            <p:nvPr/>
          </p:nvSpPr>
          <p:spPr>
            <a:xfrm>
              <a:off x="5687094" y="257003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499"/>
            <p:cNvSpPr/>
            <p:nvPr/>
          </p:nvSpPr>
          <p:spPr>
            <a:xfrm>
              <a:off x="5583616" y="210803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0"/>
            <p:cNvSpPr/>
            <p:nvPr/>
          </p:nvSpPr>
          <p:spPr>
            <a:xfrm>
              <a:off x="5663206" y="2599104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1"/>
            <p:cNvSpPr/>
            <p:nvPr/>
          </p:nvSpPr>
          <p:spPr>
            <a:xfrm>
              <a:off x="5793958" y="26966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2"/>
            <p:cNvSpPr/>
            <p:nvPr/>
          </p:nvSpPr>
          <p:spPr>
            <a:xfrm>
              <a:off x="5528582" y="230888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3"/>
            <p:cNvSpPr/>
            <p:nvPr/>
          </p:nvSpPr>
          <p:spPr>
            <a:xfrm>
              <a:off x="5715926" y="29951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4"/>
            <p:cNvSpPr/>
            <p:nvPr/>
          </p:nvSpPr>
          <p:spPr>
            <a:xfrm>
              <a:off x="5664513" y="269801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5"/>
            <p:cNvSpPr/>
            <p:nvPr/>
          </p:nvSpPr>
          <p:spPr>
            <a:xfrm>
              <a:off x="5578176" y="246559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6"/>
            <p:cNvSpPr/>
            <p:nvPr/>
          </p:nvSpPr>
          <p:spPr>
            <a:xfrm>
              <a:off x="5579874" y="289945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7"/>
            <p:cNvSpPr/>
            <p:nvPr/>
          </p:nvSpPr>
          <p:spPr>
            <a:xfrm>
              <a:off x="5825482" y="206422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8"/>
            <p:cNvSpPr/>
            <p:nvPr/>
          </p:nvSpPr>
          <p:spPr>
            <a:xfrm>
              <a:off x="5842756" y="238888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09"/>
            <p:cNvSpPr/>
            <p:nvPr/>
          </p:nvSpPr>
          <p:spPr>
            <a:xfrm>
              <a:off x="5732627" y="227359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0"/>
            <p:cNvSpPr/>
            <p:nvPr/>
          </p:nvSpPr>
          <p:spPr>
            <a:xfrm>
              <a:off x="5739376" y="21924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1"/>
            <p:cNvSpPr/>
            <p:nvPr/>
          </p:nvSpPr>
          <p:spPr>
            <a:xfrm>
              <a:off x="5534847" y="208595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2"/>
            <p:cNvSpPr/>
            <p:nvPr/>
          </p:nvSpPr>
          <p:spPr>
            <a:xfrm>
              <a:off x="5507350" y="257998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3"/>
            <p:cNvSpPr/>
            <p:nvPr/>
          </p:nvSpPr>
          <p:spPr>
            <a:xfrm>
              <a:off x="5859789" y="270763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4"/>
            <p:cNvSpPr/>
            <p:nvPr/>
          </p:nvSpPr>
          <p:spPr>
            <a:xfrm>
              <a:off x="5709255" y="29699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5"/>
            <p:cNvSpPr/>
            <p:nvPr/>
          </p:nvSpPr>
          <p:spPr>
            <a:xfrm>
              <a:off x="5662298" y="241623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6"/>
            <p:cNvSpPr/>
            <p:nvPr/>
          </p:nvSpPr>
          <p:spPr>
            <a:xfrm>
              <a:off x="5666646" y="25736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7"/>
            <p:cNvSpPr/>
            <p:nvPr/>
          </p:nvSpPr>
          <p:spPr>
            <a:xfrm>
              <a:off x="5681991" y="27496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8"/>
            <p:cNvSpPr/>
            <p:nvPr/>
          </p:nvSpPr>
          <p:spPr>
            <a:xfrm>
              <a:off x="5659590" y="23390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19"/>
            <p:cNvSpPr/>
            <p:nvPr/>
          </p:nvSpPr>
          <p:spPr>
            <a:xfrm>
              <a:off x="5660110" y="23228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0"/>
            <p:cNvSpPr/>
            <p:nvPr/>
          </p:nvSpPr>
          <p:spPr>
            <a:xfrm>
              <a:off x="5510372" y="250136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1"/>
            <p:cNvSpPr/>
            <p:nvPr/>
          </p:nvSpPr>
          <p:spPr>
            <a:xfrm>
              <a:off x="5642897" y="216341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2"/>
            <p:cNvSpPr/>
            <p:nvPr/>
          </p:nvSpPr>
          <p:spPr>
            <a:xfrm>
              <a:off x="5588591" y="232525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3"/>
            <p:cNvSpPr/>
            <p:nvPr/>
          </p:nvSpPr>
          <p:spPr>
            <a:xfrm>
              <a:off x="5654245" y="26085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4"/>
            <p:cNvSpPr/>
            <p:nvPr/>
          </p:nvSpPr>
          <p:spPr>
            <a:xfrm>
              <a:off x="5662327" y="235811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5"/>
            <p:cNvSpPr/>
            <p:nvPr/>
          </p:nvSpPr>
          <p:spPr>
            <a:xfrm>
              <a:off x="5691096" y="266187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6"/>
            <p:cNvSpPr/>
            <p:nvPr/>
          </p:nvSpPr>
          <p:spPr>
            <a:xfrm>
              <a:off x="5752706" y="27753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7"/>
            <p:cNvSpPr/>
            <p:nvPr/>
          </p:nvSpPr>
          <p:spPr>
            <a:xfrm>
              <a:off x="5526301" y="245693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8"/>
            <p:cNvSpPr/>
            <p:nvPr/>
          </p:nvSpPr>
          <p:spPr>
            <a:xfrm>
              <a:off x="5546355" y="240016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29"/>
            <p:cNvSpPr/>
            <p:nvPr/>
          </p:nvSpPr>
          <p:spPr>
            <a:xfrm>
              <a:off x="5790141" y="26041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0"/>
            <p:cNvSpPr/>
            <p:nvPr/>
          </p:nvSpPr>
          <p:spPr>
            <a:xfrm>
              <a:off x="5568821" y="24522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1"/>
            <p:cNvSpPr/>
            <p:nvPr/>
          </p:nvSpPr>
          <p:spPr>
            <a:xfrm>
              <a:off x="5684228" y="279726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2"/>
            <p:cNvSpPr/>
            <p:nvPr/>
          </p:nvSpPr>
          <p:spPr>
            <a:xfrm>
              <a:off x="5637527" y="25688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3"/>
            <p:cNvSpPr/>
            <p:nvPr/>
          </p:nvSpPr>
          <p:spPr>
            <a:xfrm>
              <a:off x="5680477" y="244749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4"/>
            <p:cNvSpPr/>
            <p:nvPr/>
          </p:nvSpPr>
          <p:spPr>
            <a:xfrm>
              <a:off x="5806462" y="220687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5"/>
            <p:cNvSpPr/>
            <p:nvPr/>
          </p:nvSpPr>
          <p:spPr>
            <a:xfrm>
              <a:off x="5476511" y="204059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6"/>
            <p:cNvSpPr/>
            <p:nvPr/>
          </p:nvSpPr>
          <p:spPr>
            <a:xfrm>
              <a:off x="5713082" y="270543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7"/>
            <p:cNvSpPr/>
            <p:nvPr/>
          </p:nvSpPr>
          <p:spPr>
            <a:xfrm>
              <a:off x="5768083" y="22773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8"/>
            <p:cNvSpPr/>
            <p:nvPr/>
          </p:nvSpPr>
          <p:spPr>
            <a:xfrm>
              <a:off x="5703889" y="2041925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39"/>
            <p:cNvSpPr/>
            <p:nvPr/>
          </p:nvSpPr>
          <p:spPr>
            <a:xfrm>
              <a:off x="5486013" y="234403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0"/>
            <p:cNvSpPr/>
            <p:nvPr/>
          </p:nvSpPr>
          <p:spPr>
            <a:xfrm>
              <a:off x="5479437" y="24252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1"/>
            <p:cNvSpPr/>
            <p:nvPr/>
          </p:nvSpPr>
          <p:spPr>
            <a:xfrm>
              <a:off x="5677742" y="243340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2"/>
            <p:cNvSpPr/>
            <p:nvPr/>
          </p:nvSpPr>
          <p:spPr>
            <a:xfrm>
              <a:off x="5706077" y="272436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3"/>
            <p:cNvSpPr/>
            <p:nvPr/>
          </p:nvSpPr>
          <p:spPr>
            <a:xfrm>
              <a:off x="5621662" y="269643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4"/>
            <p:cNvSpPr/>
            <p:nvPr/>
          </p:nvSpPr>
          <p:spPr>
            <a:xfrm>
              <a:off x="5472394" y="278288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5"/>
            <p:cNvSpPr/>
            <p:nvPr/>
          </p:nvSpPr>
          <p:spPr>
            <a:xfrm>
              <a:off x="5691311" y="20212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6"/>
            <p:cNvSpPr/>
            <p:nvPr/>
          </p:nvSpPr>
          <p:spPr>
            <a:xfrm>
              <a:off x="5350285" y="236648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7"/>
            <p:cNvSpPr/>
            <p:nvPr/>
          </p:nvSpPr>
          <p:spPr>
            <a:xfrm>
              <a:off x="5671117" y="244089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8"/>
            <p:cNvSpPr/>
            <p:nvPr/>
          </p:nvSpPr>
          <p:spPr>
            <a:xfrm>
              <a:off x="5488971" y="219180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49"/>
            <p:cNvSpPr/>
            <p:nvPr/>
          </p:nvSpPr>
          <p:spPr>
            <a:xfrm>
              <a:off x="5628563" y="267390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0"/>
            <p:cNvSpPr/>
            <p:nvPr/>
          </p:nvSpPr>
          <p:spPr>
            <a:xfrm>
              <a:off x="5560888" y="20569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1"/>
            <p:cNvSpPr/>
            <p:nvPr/>
          </p:nvSpPr>
          <p:spPr>
            <a:xfrm>
              <a:off x="5590923" y="237498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2"/>
            <p:cNvSpPr/>
            <p:nvPr/>
          </p:nvSpPr>
          <p:spPr>
            <a:xfrm>
              <a:off x="5621951" y="216887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3"/>
            <p:cNvSpPr/>
            <p:nvPr/>
          </p:nvSpPr>
          <p:spPr>
            <a:xfrm>
              <a:off x="5508469" y="235699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4"/>
            <p:cNvSpPr/>
            <p:nvPr/>
          </p:nvSpPr>
          <p:spPr>
            <a:xfrm>
              <a:off x="5541920" y="21633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5"/>
            <p:cNvSpPr/>
            <p:nvPr/>
          </p:nvSpPr>
          <p:spPr>
            <a:xfrm>
              <a:off x="5623165" y="210270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6"/>
            <p:cNvSpPr/>
            <p:nvPr/>
          </p:nvSpPr>
          <p:spPr>
            <a:xfrm>
              <a:off x="5737294" y="27755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7"/>
            <p:cNvSpPr/>
            <p:nvPr/>
          </p:nvSpPr>
          <p:spPr>
            <a:xfrm>
              <a:off x="5599236" y="235176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8"/>
            <p:cNvSpPr/>
            <p:nvPr/>
          </p:nvSpPr>
          <p:spPr>
            <a:xfrm>
              <a:off x="5373633" y="25981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59"/>
            <p:cNvSpPr/>
            <p:nvPr/>
          </p:nvSpPr>
          <p:spPr>
            <a:xfrm>
              <a:off x="5789163" y="23639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0"/>
            <p:cNvSpPr/>
            <p:nvPr/>
          </p:nvSpPr>
          <p:spPr>
            <a:xfrm>
              <a:off x="5625727" y="240540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1"/>
            <p:cNvSpPr/>
            <p:nvPr/>
          </p:nvSpPr>
          <p:spPr>
            <a:xfrm>
              <a:off x="5697793" y="205253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2"/>
            <p:cNvSpPr/>
            <p:nvPr/>
          </p:nvSpPr>
          <p:spPr>
            <a:xfrm>
              <a:off x="5777140" y="221480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3"/>
            <p:cNvSpPr/>
            <p:nvPr/>
          </p:nvSpPr>
          <p:spPr>
            <a:xfrm>
              <a:off x="5691598" y="264580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4"/>
            <p:cNvSpPr/>
            <p:nvPr/>
          </p:nvSpPr>
          <p:spPr>
            <a:xfrm>
              <a:off x="5637192" y="265930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5"/>
            <p:cNvSpPr/>
            <p:nvPr/>
          </p:nvSpPr>
          <p:spPr>
            <a:xfrm>
              <a:off x="5595357" y="25047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6"/>
            <p:cNvSpPr/>
            <p:nvPr/>
          </p:nvSpPr>
          <p:spPr>
            <a:xfrm>
              <a:off x="5676359" y="300174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7"/>
            <p:cNvSpPr/>
            <p:nvPr/>
          </p:nvSpPr>
          <p:spPr>
            <a:xfrm>
              <a:off x="5537437" y="231234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8"/>
            <p:cNvSpPr/>
            <p:nvPr/>
          </p:nvSpPr>
          <p:spPr>
            <a:xfrm>
              <a:off x="5481433" y="22364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69"/>
            <p:cNvSpPr/>
            <p:nvPr/>
          </p:nvSpPr>
          <p:spPr>
            <a:xfrm>
              <a:off x="5543702" y="28875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0"/>
            <p:cNvSpPr/>
            <p:nvPr/>
          </p:nvSpPr>
          <p:spPr>
            <a:xfrm>
              <a:off x="5615027" y="22618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1"/>
            <p:cNvSpPr/>
            <p:nvPr/>
          </p:nvSpPr>
          <p:spPr>
            <a:xfrm>
              <a:off x="5714323" y="24787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2"/>
            <p:cNvSpPr/>
            <p:nvPr/>
          </p:nvSpPr>
          <p:spPr>
            <a:xfrm>
              <a:off x="5559217" y="24398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3"/>
            <p:cNvSpPr/>
            <p:nvPr/>
          </p:nvSpPr>
          <p:spPr>
            <a:xfrm>
              <a:off x="5635389" y="243116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4"/>
            <p:cNvSpPr/>
            <p:nvPr/>
          </p:nvSpPr>
          <p:spPr>
            <a:xfrm>
              <a:off x="5535360" y="257180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5"/>
            <p:cNvSpPr/>
            <p:nvPr/>
          </p:nvSpPr>
          <p:spPr>
            <a:xfrm>
              <a:off x="6193716" y="26541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6"/>
            <p:cNvSpPr/>
            <p:nvPr/>
          </p:nvSpPr>
          <p:spPr>
            <a:xfrm>
              <a:off x="5673783" y="248489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7"/>
            <p:cNvSpPr/>
            <p:nvPr/>
          </p:nvSpPr>
          <p:spPr>
            <a:xfrm>
              <a:off x="5555279" y="225978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8"/>
            <p:cNvSpPr/>
            <p:nvPr/>
          </p:nvSpPr>
          <p:spPr>
            <a:xfrm>
              <a:off x="5607352" y="230014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79"/>
            <p:cNvSpPr/>
            <p:nvPr/>
          </p:nvSpPr>
          <p:spPr>
            <a:xfrm>
              <a:off x="5587343" y="212889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0"/>
            <p:cNvSpPr/>
            <p:nvPr/>
          </p:nvSpPr>
          <p:spPr>
            <a:xfrm>
              <a:off x="5676750" y="234641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1"/>
            <p:cNvSpPr/>
            <p:nvPr/>
          </p:nvSpPr>
          <p:spPr>
            <a:xfrm>
              <a:off x="5480672" y="21036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2"/>
            <p:cNvSpPr/>
            <p:nvPr/>
          </p:nvSpPr>
          <p:spPr>
            <a:xfrm>
              <a:off x="5510746" y="24751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3"/>
            <p:cNvSpPr/>
            <p:nvPr/>
          </p:nvSpPr>
          <p:spPr>
            <a:xfrm>
              <a:off x="5655779" y="241043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4"/>
            <p:cNvSpPr/>
            <p:nvPr/>
          </p:nvSpPr>
          <p:spPr>
            <a:xfrm>
              <a:off x="5682027" y="239645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5"/>
            <p:cNvSpPr/>
            <p:nvPr/>
          </p:nvSpPr>
          <p:spPr>
            <a:xfrm>
              <a:off x="5694926" y="22286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6"/>
            <p:cNvSpPr/>
            <p:nvPr/>
          </p:nvSpPr>
          <p:spPr>
            <a:xfrm>
              <a:off x="5687209" y="240511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7"/>
            <p:cNvSpPr/>
            <p:nvPr/>
          </p:nvSpPr>
          <p:spPr>
            <a:xfrm>
              <a:off x="5708696" y="26300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8"/>
            <p:cNvSpPr/>
            <p:nvPr/>
          </p:nvSpPr>
          <p:spPr>
            <a:xfrm>
              <a:off x="5703588" y="221200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89"/>
            <p:cNvSpPr/>
            <p:nvPr/>
          </p:nvSpPr>
          <p:spPr>
            <a:xfrm>
              <a:off x="5727275" y="2637759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0"/>
            <p:cNvSpPr/>
            <p:nvPr/>
          </p:nvSpPr>
          <p:spPr>
            <a:xfrm>
              <a:off x="5645281" y="226719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1"/>
            <p:cNvSpPr/>
            <p:nvPr/>
          </p:nvSpPr>
          <p:spPr>
            <a:xfrm>
              <a:off x="5728919" y="169219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2"/>
            <p:cNvSpPr/>
            <p:nvPr/>
          </p:nvSpPr>
          <p:spPr>
            <a:xfrm>
              <a:off x="5693532" y="22040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3"/>
            <p:cNvSpPr/>
            <p:nvPr/>
          </p:nvSpPr>
          <p:spPr>
            <a:xfrm>
              <a:off x="5511447" y="238130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4"/>
            <p:cNvSpPr/>
            <p:nvPr/>
          </p:nvSpPr>
          <p:spPr>
            <a:xfrm>
              <a:off x="5650668" y="23951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5"/>
            <p:cNvSpPr/>
            <p:nvPr/>
          </p:nvSpPr>
          <p:spPr>
            <a:xfrm>
              <a:off x="5618259" y="210952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6"/>
            <p:cNvSpPr/>
            <p:nvPr/>
          </p:nvSpPr>
          <p:spPr>
            <a:xfrm>
              <a:off x="5641193" y="20349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7"/>
            <p:cNvSpPr/>
            <p:nvPr/>
          </p:nvSpPr>
          <p:spPr>
            <a:xfrm>
              <a:off x="5644143" y="245528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8"/>
            <p:cNvSpPr/>
            <p:nvPr/>
          </p:nvSpPr>
          <p:spPr>
            <a:xfrm>
              <a:off x="5723747" y="235152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599"/>
            <p:cNvSpPr/>
            <p:nvPr/>
          </p:nvSpPr>
          <p:spPr>
            <a:xfrm>
              <a:off x="5760673" y="220923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0"/>
            <p:cNvSpPr/>
            <p:nvPr/>
          </p:nvSpPr>
          <p:spPr>
            <a:xfrm>
              <a:off x="5219402" y="255389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1"/>
            <p:cNvSpPr/>
            <p:nvPr/>
          </p:nvSpPr>
          <p:spPr>
            <a:xfrm>
              <a:off x="5587354" y="30136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2"/>
            <p:cNvSpPr/>
            <p:nvPr/>
          </p:nvSpPr>
          <p:spPr>
            <a:xfrm>
              <a:off x="5682244" y="246443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3"/>
            <p:cNvSpPr/>
            <p:nvPr/>
          </p:nvSpPr>
          <p:spPr>
            <a:xfrm>
              <a:off x="5526979" y="271025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4"/>
            <p:cNvSpPr/>
            <p:nvPr/>
          </p:nvSpPr>
          <p:spPr>
            <a:xfrm>
              <a:off x="5665753" y="26070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5"/>
            <p:cNvSpPr/>
            <p:nvPr/>
          </p:nvSpPr>
          <p:spPr>
            <a:xfrm>
              <a:off x="5544368" y="237347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6"/>
            <p:cNvSpPr/>
            <p:nvPr/>
          </p:nvSpPr>
          <p:spPr>
            <a:xfrm>
              <a:off x="5751252" y="30078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7"/>
            <p:cNvSpPr/>
            <p:nvPr/>
          </p:nvSpPr>
          <p:spPr>
            <a:xfrm>
              <a:off x="5752086" y="175104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8"/>
            <p:cNvSpPr/>
            <p:nvPr/>
          </p:nvSpPr>
          <p:spPr>
            <a:xfrm>
              <a:off x="5478151" y="235755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09"/>
            <p:cNvSpPr/>
            <p:nvPr/>
          </p:nvSpPr>
          <p:spPr>
            <a:xfrm>
              <a:off x="5902092" y="217226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0"/>
            <p:cNvSpPr/>
            <p:nvPr/>
          </p:nvSpPr>
          <p:spPr>
            <a:xfrm>
              <a:off x="5629166" y="268387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1"/>
            <p:cNvSpPr/>
            <p:nvPr/>
          </p:nvSpPr>
          <p:spPr>
            <a:xfrm>
              <a:off x="5647607" y="271400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2"/>
            <p:cNvSpPr/>
            <p:nvPr/>
          </p:nvSpPr>
          <p:spPr>
            <a:xfrm>
              <a:off x="5666128" y="21589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3"/>
            <p:cNvSpPr/>
            <p:nvPr/>
          </p:nvSpPr>
          <p:spPr>
            <a:xfrm>
              <a:off x="5550531" y="225538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4"/>
            <p:cNvSpPr/>
            <p:nvPr/>
          </p:nvSpPr>
          <p:spPr>
            <a:xfrm>
              <a:off x="5622601" y="20444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5"/>
            <p:cNvSpPr/>
            <p:nvPr/>
          </p:nvSpPr>
          <p:spPr>
            <a:xfrm>
              <a:off x="5645906" y="23937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6"/>
            <p:cNvSpPr/>
            <p:nvPr/>
          </p:nvSpPr>
          <p:spPr>
            <a:xfrm>
              <a:off x="5653927" y="195571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7"/>
            <p:cNvSpPr/>
            <p:nvPr/>
          </p:nvSpPr>
          <p:spPr>
            <a:xfrm>
              <a:off x="5274570" y="22964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8"/>
            <p:cNvSpPr/>
            <p:nvPr/>
          </p:nvSpPr>
          <p:spPr>
            <a:xfrm>
              <a:off x="5766164" y="2338819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19"/>
            <p:cNvSpPr/>
            <p:nvPr/>
          </p:nvSpPr>
          <p:spPr>
            <a:xfrm>
              <a:off x="5683313" y="239899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0"/>
            <p:cNvSpPr/>
            <p:nvPr/>
          </p:nvSpPr>
          <p:spPr>
            <a:xfrm>
              <a:off x="5479941" y="2667316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1"/>
            <p:cNvSpPr/>
            <p:nvPr/>
          </p:nvSpPr>
          <p:spPr>
            <a:xfrm>
              <a:off x="5653907" y="279204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2"/>
            <p:cNvSpPr/>
            <p:nvPr/>
          </p:nvSpPr>
          <p:spPr>
            <a:xfrm>
              <a:off x="5574346" y="265365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3"/>
            <p:cNvSpPr/>
            <p:nvPr/>
          </p:nvSpPr>
          <p:spPr>
            <a:xfrm>
              <a:off x="5664029" y="28504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4"/>
            <p:cNvSpPr/>
            <p:nvPr/>
          </p:nvSpPr>
          <p:spPr>
            <a:xfrm>
              <a:off x="5598295" y="244386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5"/>
            <p:cNvSpPr/>
            <p:nvPr/>
          </p:nvSpPr>
          <p:spPr>
            <a:xfrm>
              <a:off x="5486432" y="234169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6"/>
            <p:cNvSpPr/>
            <p:nvPr/>
          </p:nvSpPr>
          <p:spPr>
            <a:xfrm>
              <a:off x="5677454" y="225107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7"/>
            <p:cNvSpPr/>
            <p:nvPr/>
          </p:nvSpPr>
          <p:spPr>
            <a:xfrm>
              <a:off x="5657343" y="2130621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8"/>
            <p:cNvSpPr/>
            <p:nvPr/>
          </p:nvSpPr>
          <p:spPr>
            <a:xfrm>
              <a:off x="5605978" y="217249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29"/>
            <p:cNvSpPr/>
            <p:nvPr/>
          </p:nvSpPr>
          <p:spPr>
            <a:xfrm>
              <a:off x="5731140" y="203256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0"/>
            <p:cNvSpPr/>
            <p:nvPr/>
          </p:nvSpPr>
          <p:spPr>
            <a:xfrm>
              <a:off x="5597314" y="26348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1"/>
            <p:cNvSpPr/>
            <p:nvPr/>
          </p:nvSpPr>
          <p:spPr>
            <a:xfrm>
              <a:off x="5717714" y="228510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2"/>
            <p:cNvSpPr/>
            <p:nvPr/>
          </p:nvSpPr>
          <p:spPr>
            <a:xfrm>
              <a:off x="5507703" y="22927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3"/>
            <p:cNvSpPr/>
            <p:nvPr/>
          </p:nvSpPr>
          <p:spPr>
            <a:xfrm>
              <a:off x="5745057" y="26401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4"/>
            <p:cNvSpPr/>
            <p:nvPr/>
          </p:nvSpPr>
          <p:spPr>
            <a:xfrm>
              <a:off x="5699927" y="226194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5"/>
            <p:cNvSpPr/>
            <p:nvPr/>
          </p:nvSpPr>
          <p:spPr>
            <a:xfrm>
              <a:off x="5568286" y="270090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6"/>
            <p:cNvSpPr/>
            <p:nvPr/>
          </p:nvSpPr>
          <p:spPr>
            <a:xfrm>
              <a:off x="5565264" y="180006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7"/>
            <p:cNvSpPr/>
            <p:nvPr/>
          </p:nvSpPr>
          <p:spPr>
            <a:xfrm>
              <a:off x="5756067" y="278689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8"/>
            <p:cNvSpPr/>
            <p:nvPr/>
          </p:nvSpPr>
          <p:spPr>
            <a:xfrm>
              <a:off x="5564299" y="285694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39"/>
            <p:cNvSpPr/>
            <p:nvPr/>
          </p:nvSpPr>
          <p:spPr>
            <a:xfrm>
              <a:off x="5544137" y="2375802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0"/>
            <p:cNvSpPr/>
            <p:nvPr/>
          </p:nvSpPr>
          <p:spPr>
            <a:xfrm>
              <a:off x="5733501" y="226769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1"/>
            <p:cNvSpPr/>
            <p:nvPr/>
          </p:nvSpPr>
          <p:spPr>
            <a:xfrm>
              <a:off x="5777682" y="24620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2"/>
            <p:cNvSpPr/>
            <p:nvPr/>
          </p:nvSpPr>
          <p:spPr>
            <a:xfrm>
              <a:off x="5749716" y="25366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3"/>
            <p:cNvSpPr/>
            <p:nvPr/>
          </p:nvSpPr>
          <p:spPr>
            <a:xfrm>
              <a:off x="5713833" y="317731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4"/>
            <p:cNvSpPr/>
            <p:nvPr/>
          </p:nvSpPr>
          <p:spPr>
            <a:xfrm>
              <a:off x="5509872" y="228660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5"/>
            <p:cNvSpPr/>
            <p:nvPr/>
          </p:nvSpPr>
          <p:spPr>
            <a:xfrm>
              <a:off x="5547491" y="272671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6"/>
            <p:cNvSpPr/>
            <p:nvPr/>
          </p:nvSpPr>
          <p:spPr>
            <a:xfrm>
              <a:off x="5495122" y="26452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7"/>
            <p:cNvSpPr/>
            <p:nvPr/>
          </p:nvSpPr>
          <p:spPr>
            <a:xfrm>
              <a:off x="5502269" y="24601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8"/>
            <p:cNvSpPr/>
            <p:nvPr/>
          </p:nvSpPr>
          <p:spPr>
            <a:xfrm>
              <a:off x="5546738" y="229666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49"/>
            <p:cNvSpPr/>
            <p:nvPr/>
          </p:nvSpPr>
          <p:spPr>
            <a:xfrm>
              <a:off x="5437847" y="239598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0"/>
            <p:cNvSpPr/>
            <p:nvPr/>
          </p:nvSpPr>
          <p:spPr>
            <a:xfrm>
              <a:off x="5472139" y="201161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1"/>
            <p:cNvSpPr/>
            <p:nvPr/>
          </p:nvSpPr>
          <p:spPr>
            <a:xfrm>
              <a:off x="5491306" y="281044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2"/>
            <p:cNvSpPr/>
            <p:nvPr/>
          </p:nvSpPr>
          <p:spPr>
            <a:xfrm>
              <a:off x="5465196" y="19163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3"/>
            <p:cNvSpPr/>
            <p:nvPr/>
          </p:nvSpPr>
          <p:spPr>
            <a:xfrm>
              <a:off x="5542214" y="21100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4"/>
            <p:cNvSpPr/>
            <p:nvPr/>
          </p:nvSpPr>
          <p:spPr>
            <a:xfrm>
              <a:off x="5427563" y="19104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5"/>
            <p:cNvSpPr/>
            <p:nvPr/>
          </p:nvSpPr>
          <p:spPr>
            <a:xfrm>
              <a:off x="5493330" y="204927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6"/>
            <p:cNvSpPr/>
            <p:nvPr/>
          </p:nvSpPr>
          <p:spPr>
            <a:xfrm>
              <a:off x="5540850" y="233039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7"/>
            <p:cNvSpPr/>
            <p:nvPr/>
          </p:nvSpPr>
          <p:spPr>
            <a:xfrm>
              <a:off x="5027745" y="22189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8"/>
            <p:cNvSpPr/>
            <p:nvPr/>
          </p:nvSpPr>
          <p:spPr>
            <a:xfrm>
              <a:off x="5421677" y="209186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59"/>
            <p:cNvSpPr/>
            <p:nvPr/>
          </p:nvSpPr>
          <p:spPr>
            <a:xfrm>
              <a:off x="5400173" y="2193750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0"/>
            <p:cNvSpPr/>
            <p:nvPr/>
          </p:nvSpPr>
          <p:spPr>
            <a:xfrm>
              <a:off x="5400482" y="223240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1"/>
            <p:cNvSpPr/>
            <p:nvPr/>
          </p:nvSpPr>
          <p:spPr>
            <a:xfrm>
              <a:off x="5474947" y="191938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2"/>
            <p:cNvSpPr/>
            <p:nvPr/>
          </p:nvSpPr>
          <p:spPr>
            <a:xfrm>
              <a:off x="5526553" y="207213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3"/>
            <p:cNvSpPr/>
            <p:nvPr/>
          </p:nvSpPr>
          <p:spPr>
            <a:xfrm>
              <a:off x="5477961" y="239735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4"/>
            <p:cNvSpPr/>
            <p:nvPr/>
          </p:nvSpPr>
          <p:spPr>
            <a:xfrm>
              <a:off x="5520148" y="294863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5"/>
            <p:cNvSpPr/>
            <p:nvPr/>
          </p:nvSpPr>
          <p:spPr>
            <a:xfrm>
              <a:off x="5636329" y="269791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6"/>
            <p:cNvSpPr/>
            <p:nvPr/>
          </p:nvSpPr>
          <p:spPr>
            <a:xfrm>
              <a:off x="5422548" y="265788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7"/>
            <p:cNvSpPr/>
            <p:nvPr/>
          </p:nvSpPr>
          <p:spPr>
            <a:xfrm>
              <a:off x="5531109" y="268933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8"/>
            <p:cNvSpPr/>
            <p:nvPr/>
          </p:nvSpPr>
          <p:spPr>
            <a:xfrm>
              <a:off x="5413012" y="250946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69"/>
            <p:cNvSpPr/>
            <p:nvPr/>
          </p:nvSpPr>
          <p:spPr>
            <a:xfrm>
              <a:off x="5612736" y="241020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0"/>
            <p:cNvSpPr/>
            <p:nvPr/>
          </p:nvSpPr>
          <p:spPr>
            <a:xfrm>
              <a:off x="5523258" y="239760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1"/>
            <p:cNvSpPr/>
            <p:nvPr/>
          </p:nvSpPr>
          <p:spPr>
            <a:xfrm>
              <a:off x="5415603" y="248767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2"/>
            <p:cNvSpPr/>
            <p:nvPr/>
          </p:nvSpPr>
          <p:spPr>
            <a:xfrm>
              <a:off x="5424262" y="23283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3"/>
            <p:cNvSpPr/>
            <p:nvPr/>
          </p:nvSpPr>
          <p:spPr>
            <a:xfrm>
              <a:off x="5478272" y="227875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4"/>
            <p:cNvSpPr/>
            <p:nvPr/>
          </p:nvSpPr>
          <p:spPr>
            <a:xfrm>
              <a:off x="5510652" y="229899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5"/>
            <p:cNvSpPr/>
            <p:nvPr/>
          </p:nvSpPr>
          <p:spPr>
            <a:xfrm>
              <a:off x="5445098" y="244192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6"/>
            <p:cNvSpPr/>
            <p:nvPr/>
          </p:nvSpPr>
          <p:spPr>
            <a:xfrm>
              <a:off x="5522309" y="1854703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7"/>
            <p:cNvSpPr/>
            <p:nvPr/>
          </p:nvSpPr>
          <p:spPr>
            <a:xfrm>
              <a:off x="5315563" y="24117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8"/>
            <p:cNvSpPr/>
            <p:nvPr/>
          </p:nvSpPr>
          <p:spPr>
            <a:xfrm>
              <a:off x="5499813" y="266602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79"/>
            <p:cNvSpPr/>
            <p:nvPr/>
          </p:nvSpPr>
          <p:spPr>
            <a:xfrm>
              <a:off x="5474953" y="231967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0"/>
            <p:cNvSpPr/>
            <p:nvPr/>
          </p:nvSpPr>
          <p:spPr>
            <a:xfrm>
              <a:off x="5775951" y="1878151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1"/>
            <p:cNvSpPr/>
            <p:nvPr/>
          </p:nvSpPr>
          <p:spPr>
            <a:xfrm>
              <a:off x="4816804" y="252978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2"/>
            <p:cNvSpPr/>
            <p:nvPr/>
          </p:nvSpPr>
          <p:spPr>
            <a:xfrm>
              <a:off x="5686781" y="188386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3"/>
            <p:cNvSpPr/>
            <p:nvPr/>
          </p:nvSpPr>
          <p:spPr>
            <a:xfrm>
              <a:off x="5485838" y="251308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4"/>
            <p:cNvSpPr/>
            <p:nvPr/>
          </p:nvSpPr>
          <p:spPr>
            <a:xfrm>
              <a:off x="5377483" y="24362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5"/>
            <p:cNvSpPr/>
            <p:nvPr/>
          </p:nvSpPr>
          <p:spPr>
            <a:xfrm>
              <a:off x="5572362" y="27440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6"/>
            <p:cNvSpPr/>
            <p:nvPr/>
          </p:nvSpPr>
          <p:spPr>
            <a:xfrm>
              <a:off x="5476533" y="257666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7"/>
            <p:cNvSpPr/>
            <p:nvPr/>
          </p:nvSpPr>
          <p:spPr>
            <a:xfrm>
              <a:off x="5394023" y="251834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8"/>
            <p:cNvSpPr/>
            <p:nvPr/>
          </p:nvSpPr>
          <p:spPr>
            <a:xfrm>
              <a:off x="5488623" y="26027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89"/>
            <p:cNvSpPr/>
            <p:nvPr/>
          </p:nvSpPr>
          <p:spPr>
            <a:xfrm>
              <a:off x="5624193" y="232834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0"/>
            <p:cNvSpPr/>
            <p:nvPr/>
          </p:nvSpPr>
          <p:spPr>
            <a:xfrm>
              <a:off x="5635843" y="265637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1"/>
            <p:cNvSpPr/>
            <p:nvPr/>
          </p:nvSpPr>
          <p:spPr>
            <a:xfrm>
              <a:off x="5500057" y="21870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2"/>
            <p:cNvSpPr/>
            <p:nvPr/>
          </p:nvSpPr>
          <p:spPr>
            <a:xfrm>
              <a:off x="5725472" y="26632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3"/>
            <p:cNvSpPr/>
            <p:nvPr/>
          </p:nvSpPr>
          <p:spPr>
            <a:xfrm>
              <a:off x="5445617" y="291775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4"/>
            <p:cNvSpPr/>
            <p:nvPr/>
          </p:nvSpPr>
          <p:spPr>
            <a:xfrm>
              <a:off x="5648472" y="189758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5"/>
            <p:cNvSpPr/>
            <p:nvPr/>
          </p:nvSpPr>
          <p:spPr>
            <a:xfrm>
              <a:off x="5783344" y="224914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6"/>
            <p:cNvSpPr/>
            <p:nvPr/>
          </p:nvSpPr>
          <p:spPr>
            <a:xfrm>
              <a:off x="5822800" y="1984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7"/>
            <p:cNvSpPr/>
            <p:nvPr/>
          </p:nvSpPr>
          <p:spPr>
            <a:xfrm>
              <a:off x="5558285" y="255301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8"/>
            <p:cNvSpPr/>
            <p:nvPr/>
          </p:nvSpPr>
          <p:spPr>
            <a:xfrm>
              <a:off x="5604019" y="2471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699"/>
            <p:cNvSpPr/>
            <p:nvPr/>
          </p:nvSpPr>
          <p:spPr>
            <a:xfrm>
              <a:off x="5521521" y="289910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0"/>
            <p:cNvSpPr/>
            <p:nvPr/>
          </p:nvSpPr>
          <p:spPr>
            <a:xfrm>
              <a:off x="5399253" y="237163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1"/>
            <p:cNvSpPr/>
            <p:nvPr/>
          </p:nvSpPr>
          <p:spPr>
            <a:xfrm>
              <a:off x="5529049" y="25420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2"/>
            <p:cNvSpPr/>
            <p:nvPr/>
          </p:nvSpPr>
          <p:spPr>
            <a:xfrm>
              <a:off x="5564585" y="244268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3"/>
            <p:cNvSpPr/>
            <p:nvPr/>
          </p:nvSpPr>
          <p:spPr>
            <a:xfrm>
              <a:off x="5693115" y="218149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4"/>
            <p:cNvSpPr/>
            <p:nvPr/>
          </p:nvSpPr>
          <p:spPr>
            <a:xfrm>
              <a:off x="5612286" y="237452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5"/>
            <p:cNvSpPr/>
            <p:nvPr/>
          </p:nvSpPr>
          <p:spPr>
            <a:xfrm>
              <a:off x="5514116" y="250750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6"/>
            <p:cNvSpPr/>
            <p:nvPr/>
          </p:nvSpPr>
          <p:spPr>
            <a:xfrm>
              <a:off x="5544374" y="304958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7"/>
            <p:cNvSpPr/>
            <p:nvPr/>
          </p:nvSpPr>
          <p:spPr>
            <a:xfrm>
              <a:off x="5525618" y="224477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8"/>
            <p:cNvSpPr/>
            <p:nvPr/>
          </p:nvSpPr>
          <p:spPr>
            <a:xfrm>
              <a:off x="5556397" y="262529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09"/>
            <p:cNvSpPr/>
            <p:nvPr/>
          </p:nvSpPr>
          <p:spPr>
            <a:xfrm>
              <a:off x="5811358" y="252554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0"/>
            <p:cNvSpPr/>
            <p:nvPr/>
          </p:nvSpPr>
          <p:spPr>
            <a:xfrm>
              <a:off x="5693324" y="204271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1"/>
            <p:cNvSpPr/>
            <p:nvPr/>
          </p:nvSpPr>
          <p:spPr>
            <a:xfrm>
              <a:off x="5628163" y="26129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2"/>
            <p:cNvSpPr/>
            <p:nvPr/>
          </p:nvSpPr>
          <p:spPr>
            <a:xfrm>
              <a:off x="5670858" y="228048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3"/>
            <p:cNvSpPr/>
            <p:nvPr/>
          </p:nvSpPr>
          <p:spPr>
            <a:xfrm>
              <a:off x="5581392" y="219832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4"/>
            <p:cNvSpPr/>
            <p:nvPr/>
          </p:nvSpPr>
          <p:spPr>
            <a:xfrm>
              <a:off x="5746939" y="20284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5"/>
            <p:cNvSpPr/>
            <p:nvPr/>
          </p:nvSpPr>
          <p:spPr>
            <a:xfrm>
              <a:off x="5836841" y="213155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6"/>
            <p:cNvSpPr/>
            <p:nvPr/>
          </p:nvSpPr>
          <p:spPr>
            <a:xfrm>
              <a:off x="5596940" y="155018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7"/>
            <p:cNvSpPr/>
            <p:nvPr/>
          </p:nvSpPr>
          <p:spPr>
            <a:xfrm>
              <a:off x="5457938" y="20437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8"/>
            <p:cNvSpPr/>
            <p:nvPr/>
          </p:nvSpPr>
          <p:spPr>
            <a:xfrm>
              <a:off x="5838304" y="244371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19"/>
            <p:cNvSpPr/>
            <p:nvPr/>
          </p:nvSpPr>
          <p:spPr>
            <a:xfrm>
              <a:off x="5757805" y="288131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0"/>
            <p:cNvSpPr/>
            <p:nvPr/>
          </p:nvSpPr>
          <p:spPr>
            <a:xfrm>
              <a:off x="5456971" y="231375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1"/>
            <p:cNvSpPr/>
            <p:nvPr/>
          </p:nvSpPr>
          <p:spPr>
            <a:xfrm>
              <a:off x="5436143" y="23463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2"/>
            <p:cNvSpPr/>
            <p:nvPr/>
          </p:nvSpPr>
          <p:spPr>
            <a:xfrm>
              <a:off x="5558830" y="25273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3"/>
            <p:cNvSpPr/>
            <p:nvPr/>
          </p:nvSpPr>
          <p:spPr>
            <a:xfrm>
              <a:off x="5441911" y="2434500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4"/>
            <p:cNvSpPr/>
            <p:nvPr/>
          </p:nvSpPr>
          <p:spPr>
            <a:xfrm>
              <a:off x="5439882" y="220244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5"/>
            <p:cNvSpPr/>
            <p:nvPr/>
          </p:nvSpPr>
          <p:spPr>
            <a:xfrm>
              <a:off x="5555697" y="230987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6"/>
            <p:cNvSpPr/>
            <p:nvPr/>
          </p:nvSpPr>
          <p:spPr>
            <a:xfrm>
              <a:off x="5476981" y="290135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7"/>
            <p:cNvSpPr/>
            <p:nvPr/>
          </p:nvSpPr>
          <p:spPr>
            <a:xfrm>
              <a:off x="5672187" y="220164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8"/>
            <p:cNvSpPr/>
            <p:nvPr/>
          </p:nvSpPr>
          <p:spPr>
            <a:xfrm>
              <a:off x="5515614" y="188122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29"/>
            <p:cNvSpPr/>
            <p:nvPr/>
          </p:nvSpPr>
          <p:spPr>
            <a:xfrm>
              <a:off x="5567669" y="225526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0"/>
            <p:cNvSpPr/>
            <p:nvPr/>
          </p:nvSpPr>
          <p:spPr>
            <a:xfrm>
              <a:off x="5524117" y="21337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1"/>
            <p:cNvSpPr/>
            <p:nvPr/>
          </p:nvSpPr>
          <p:spPr>
            <a:xfrm>
              <a:off x="5785239" y="222015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2"/>
            <p:cNvSpPr/>
            <p:nvPr/>
          </p:nvSpPr>
          <p:spPr>
            <a:xfrm>
              <a:off x="5502361" y="233320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3"/>
            <p:cNvSpPr/>
            <p:nvPr/>
          </p:nvSpPr>
          <p:spPr>
            <a:xfrm>
              <a:off x="5627783" y="220813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4"/>
            <p:cNvSpPr/>
            <p:nvPr/>
          </p:nvSpPr>
          <p:spPr>
            <a:xfrm>
              <a:off x="5605389" y="132415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5"/>
            <p:cNvSpPr/>
            <p:nvPr/>
          </p:nvSpPr>
          <p:spPr>
            <a:xfrm>
              <a:off x="5648056" y="2390648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6"/>
            <p:cNvSpPr/>
            <p:nvPr/>
          </p:nvSpPr>
          <p:spPr>
            <a:xfrm>
              <a:off x="5591838" y="228064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7"/>
            <p:cNvSpPr/>
            <p:nvPr/>
          </p:nvSpPr>
          <p:spPr>
            <a:xfrm>
              <a:off x="5697129" y="246644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8"/>
            <p:cNvSpPr/>
            <p:nvPr/>
          </p:nvSpPr>
          <p:spPr>
            <a:xfrm>
              <a:off x="5501173" y="191715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39"/>
            <p:cNvSpPr/>
            <p:nvPr/>
          </p:nvSpPr>
          <p:spPr>
            <a:xfrm>
              <a:off x="5612011" y="232834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0"/>
            <p:cNvSpPr/>
            <p:nvPr/>
          </p:nvSpPr>
          <p:spPr>
            <a:xfrm>
              <a:off x="5612687" y="234752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1"/>
            <p:cNvSpPr/>
            <p:nvPr/>
          </p:nvSpPr>
          <p:spPr>
            <a:xfrm>
              <a:off x="5432389" y="1875878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2"/>
            <p:cNvSpPr/>
            <p:nvPr/>
          </p:nvSpPr>
          <p:spPr>
            <a:xfrm>
              <a:off x="5581263" y="28629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3"/>
            <p:cNvSpPr/>
            <p:nvPr/>
          </p:nvSpPr>
          <p:spPr>
            <a:xfrm>
              <a:off x="5520283" y="251237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4"/>
            <p:cNvSpPr/>
            <p:nvPr/>
          </p:nvSpPr>
          <p:spPr>
            <a:xfrm>
              <a:off x="5583455" y="24738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5"/>
            <p:cNvSpPr/>
            <p:nvPr/>
          </p:nvSpPr>
          <p:spPr>
            <a:xfrm>
              <a:off x="5487856" y="2129838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6"/>
            <p:cNvSpPr/>
            <p:nvPr/>
          </p:nvSpPr>
          <p:spPr>
            <a:xfrm>
              <a:off x="5364796" y="23574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7"/>
            <p:cNvSpPr/>
            <p:nvPr/>
          </p:nvSpPr>
          <p:spPr>
            <a:xfrm>
              <a:off x="5299942" y="291513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8"/>
            <p:cNvSpPr/>
            <p:nvPr/>
          </p:nvSpPr>
          <p:spPr>
            <a:xfrm>
              <a:off x="5394070" y="28009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49"/>
            <p:cNvSpPr/>
            <p:nvPr/>
          </p:nvSpPr>
          <p:spPr>
            <a:xfrm>
              <a:off x="5430974" y="286664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0"/>
            <p:cNvSpPr/>
            <p:nvPr/>
          </p:nvSpPr>
          <p:spPr>
            <a:xfrm>
              <a:off x="5420913" y="28180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1"/>
            <p:cNvSpPr/>
            <p:nvPr/>
          </p:nvSpPr>
          <p:spPr>
            <a:xfrm>
              <a:off x="5386396" y="31203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2"/>
            <p:cNvSpPr/>
            <p:nvPr/>
          </p:nvSpPr>
          <p:spPr>
            <a:xfrm>
              <a:off x="5638975" y="22780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3"/>
            <p:cNvSpPr/>
            <p:nvPr/>
          </p:nvSpPr>
          <p:spPr>
            <a:xfrm>
              <a:off x="5871058" y="241497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4"/>
            <p:cNvSpPr/>
            <p:nvPr/>
          </p:nvSpPr>
          <p:spPr>
            <a:xfrm>
              <a:off x="5688209" y="2182419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5"/>
            <p:cNvSpPr/>
            <p:nvPr/>
          </p:nvSpPr>
          <p:spPr>
            <a:xfrm>
              <a:off x="5636723" y="213909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6"/>
            <p:cNvSpPr/>
            <p:nvPr/>
          </p:nvSpPr>
          <p:spPr>
            <a:xfrm>
              <a:off x="5781181" y="263657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7"/>
            <p:cNvSpPr/>
            <p:nvPr/>
          </p:nvSpPr>
          <p:spPr>
            <a:xfrm>
              <a:off x="5480196" y="213969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8"/>
            <p:cNvSpPr/>
            <p:nvPr/>
          </p:nvSpPr>
          <p:spPr>
            <a:xfrm>
              <a:off x="5581753" y="252103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59"/>
            <p:cNvSpPr/>
            <p:nvPr/>
          </p:nvSpPr>
          <p:spPr>
            <a:xfrm>
              <a:off x="5588321" y="224219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0"/>
            <p:cNvSpPr/>
            <p:nvPr/>
          </p:nvSpPr>
          <p:spPr>
            <a:xfrm>
              <a:off x="5595564" y="238107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1"/>
            <p:cNvSpPr/>
            <p:nvPr/>
          </p:nvSpPr>
          <p:spPr>
            <a:xfrm>
              <a:off x="5574630" y="199432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2"/>
            <p:cNvSpPr/>
            <p:nvPr/>
          </p:nvSpPr>
          <p:spPr>
            <a:xfrm>
              <a:off x="5443203" y="24310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3"/>
            <p:cNvSpPr/>
            <p:nvPr/>
          </p:nvSpPr>
          <p:spPr>
            <a:xfrm>
              <a:off x="5518480" y="211693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4"/>
            <p:cNvSpPr/>
            <p:nvPr/>
          </p:nvSpPr>
          <p:spPr>
            <a:xfrm>
              <a:off x="5411144" y="1878382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5"/>
            <p:cNvSpPr/>
            <p:nvPr/>
          </p:nvSpPr>
          <p:spPr>
            <a:xfrm>
              <a:off x="5484161" y="191750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6"/>
            <p:cNvSpPr/>
            <p:nvPr/>
          </p:nvSpPr>
          <p:spPr>
            <a:xfrm>
              <a:off x="5485317" y="281922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7"/>
            <p:cNvSpPr/>
            <p:nvPr/>
          </p:nvSpPr>
          <p:spPr>
            <a:xfrm>
              <a:off x="5047708" y="213388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8"/>
            <p:cNvSpPr/>
            <p:nvPr/>
          </p:nvSpPr>
          <p:spPr>
            <a:xfrm>
              <a:off x="5538628" y="217695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69"/>
            <p:cNvSpPr/>
            <p:nvPr/>
          </p:nvSpPr>
          <p:spPr>
            <a:xfrm>
              <a:off x="5572382" y="199079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0"/>
            <p:cNvSpPr/>
            <p:nvPr/>
          </p:nvSpPr>
          <p:spPr>
            <a:xfrm>
              <a:off x="5538179" y="216425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1"/>
            <p:cNvSpPr/>
            <p:nvPr/>
          </p:nvSpPr>
          <p:spPr>
            <a:xfrm>
              <a:off x="5606290" y="269297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2"/>
            <p:cNvSpPr/>
            <p:nvPr/>
          </p:nvSpPr>
          <p:spPr>
            <a:xfrm>
              <a:off x="5593390" y="2472356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3"/>
            <p:cNvSpPr/>
            <p:nvPr/>
          </p:nvSpPr>
          <p:spPr>
            <a:xfrm>
              <a:off x="5649230" y="271160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4"/>
            <p:cNvSpPr/>
            <p:nvPr/>
          </p:nvSpPr>
          <p:spPr>
            <a:xfrm>
              <a:off x="5611286" y="222884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5"/>
            <p:cNvSpPr/>
            <p:nvPr/>
          </p:nvSpPr>
          <p:spPr>
            <a:xfrm>
              <a:off x="5492819" y="228426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6"/>
            <p:cNvSpPr/>
            <p:nvPr/>
          </p:nvSpPr>
          <p:spPr>
            <a:xfrm>
              <a:off x="5511511" y="260472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7"/>
            <p:cNvSpPr/>
            <p:nvPr/>
          </p:nvSpPr>
          <p:spPr>
            <a:xfrm>
              <a:off x="5607025" y="245218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8"/>
            <p:cNvSpPr/>
            <p:nvPr/>
          </p:nvSpPr>
          <p:spPr>
            <a:xfrm>
              <a:off x="5568753" y="231422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79"/>
            <p:cNvSpPr/>
            <p:nvPr/>
          </p:nvSpPr>
          <p:spPr>
            <a:xfrm>
              <a:off x="5622348" y="2157144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0"/>
            <p:cNvSpPr/>
            <p:nvPr/>
          </p:nvSpPr>
          <p:spPr>
            <a:xfrm>
              <a:off x="5436089" y="234407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1"/>
            <p:cNvSpPr/>
            <p:nvPr/>
          </p:nvSpPr>
          <p:spPr>
            <a:xfrm>
              <a:off x="5648926" y="25028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2"/>
            <p:cNvSpPr/>
            <p:nvPr/>
          </p:nvSpPr>
          <p:spPr>
            <a:xfrm>
              <a:off x="5570919" y="172690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3"/>
            <p:cNvSpPr/>
            <p:nvPr/>
          </p:nvSpPr>
          <p:spPr>
            <a:xfrm>
              <a:off x="5500981" y="200910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4"/>
            <p:cNvSpPr/>
            <p:nvPr/>
          </p:nvSpPr>
          <p:spPr>
            <a:xfrm>
              <a:off x="5642061" y="224819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5"/>
            <p:cNvSpPr/>
            <p:nvPr/>
          </p:nvSpPr>
          <p:spPr>
            <a:xfrm>
              <a:off x="5455495" y="204133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6"/>
            <p:cNvSpPr/>
            <p:nvPr/>
          </p:nvSpPr>
          <p:spPr>
            <a:xfrm>
              <a:off x="5577868" y="240664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7"/>
            <p:cNvSpPr/>
            <p:nvPr/>
          </p:nvSpPr>
          <p:spPr>
            <a:xfrm>
              <a:off x="5724090" y="19726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8"/>
            <p:cNvSpPr/>
            <p:nvPr/>
          </p:nvSpPr>
          <p:spPr>
            <a:xfrm>
              <a:off x="6005847" y="184706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89"/>
            <p:cNvSpPr/>
            <p:nvPr/>
          </p:nvSpPr>
          <p:spPr>
            <a:xfrm>
              <a:off x="5744833" y="213856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0"/>
            <p:cNvSpPr/>
            <p:nvPr/>
          </p:nvSpPr>
          <p:spPr>
            <a:xfrm>
              <a:off x="5834218" y="1857431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1"/>
            <p:cNvSpPr/>
            <p:nvPr/>
          </p:nvSpPr>
          <p:spPr>
            <a:xfrm>
              <a:off x="5456467" y="246956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2"/>
            <p:cNvSpPr/>
            <p:nvPr/>
          </p:nvSpPr>
          <p:spPr>
            <a:xfrm>
              <a:off x="5580779" y="2254512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3"/>
            <p:cNvSpPr/>
            <p:nvPr/>
          </p:nvSpPr>
          <p:spPr>
            <a:xfrm>
              <a:off x="5697023" y="226647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4"/>
            <p:cNvSpPr/>
            <p:nvPr/>
          </p:nvSpPr>
          <p:spPr>
            <a:xfrm>
              <a:off x="5723480" y="215676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5"/>
            <p:cNvSpPr/>
            <p:nvPr/>
          </p:nvSpPr>
          <p:spPr>
            <a:xfrm>
              <a:off x="5510585" y="1963550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6"/>
            <p:cNvSpPr/>
            <p:nvPr/>
          </p:nvSpPr>
          <p:spPr>
            <a:xfrm>
              <a:off x="5386991" y="238430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7"/>
            <p:cNvSpPr/>
            <p:nvPr/>
          </p:nvSpPr>
          <p:spPr>
            <a:xfrm>
              <a:off x="5457437" y="215555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8"/>
            <p:cNvSpPr/>
            <p:nvPr/>
          </p:nvSpPr>
          <p:spPr>
            <a:xfrm>
              <a:off x="5399996" y="193794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799"/>
            <p:cNvSpPr/>
            <p:nvPr/>
          </p:nvSpPr>
          <p:spPr>
            <a:xfrm>
              <a:off x="5563471" y="23348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0"/>
            <p:cNvSpPr/>
            <p:nvPr/>
          </p:nvSpPr>
          <p:spPr>
            <a:xfrm>
              <a:off x="5661248" y="2094105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1"/>
            <p:cNvSpPr/>
            <p:nvPr/>
          </p:nvSpPr>
          <p:spPr>
            <a:xfrm>
              <a:off x="5503444" y="187415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2"/>
            <p:cNvSpPr/>
            <p:nvPr/>
          </p:nvSpPr>
          <p:spPr>
            <a:xfrm>
              <a:off x="5324003" y="212168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3"/>
            <p:cNvSpPr/>
            <p:nvPr/>
          </p:nvSpPr>
          <p:spPr>
            <a:xfrm>
              <a:off x="5575438" y="2396921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4"/>
            <p:cNvSpPr/>
            <p:nvPr/>
          </p:nvSpPr>
          <p:spPr>
            <a:xfrm>
              <a:off x="5583891" y="2037773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5"/>
            <p:cNvSpPr/>
            <p:nvPr/>
          </p:nvSpPr>
          <p:spPr>
            <a:xfrm>
              <a:off x="5545429" y="237269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6"/>
            <p:cNvSpPr/>
            <p:nvPr/>
          </p:nvSpPr>
          <p:spPr>
            <a:xfrm>
              <a:off x="5728658" y="2479578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7"/>
            <p:cNvSpPr/>
            <p:nvPr/>
          </p:nvSpPr>
          <p:spPr>
            <a:xfrm>
              <a:off x="5662791" y="236183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8"/>
            <p:cNvSpPr/>
            <p:nvPr/>
          </p:nvSpPr>
          <p:spPr>
            <a:xfrm>
              <a:off x="5769427" y="288451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09"/>
            <p:cNvSpPr/>
            <p:nvPr/>
          </p:nvSpPr>
          <p:spPr>
            <a:xfrm>
              <a:off x="5707563" y="318484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0"/>
            <p:cNvSpPr/>
            <p:nvPr/>
          </p:nvSpPr>
          <p:spPr>
            <a:xfrm>
              <a:off x="5684625" y="239701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1"/>
            <p:cNvSpPr/>
            <p:nvPr/>
          </p:nvSpPr>
          <p:spPr>
            <a:xfrm>
              <a:off x="5753526" y="290498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2"/>
            <p:cNvSpPr/>
            <p:nvPr/>
          </p:nvSpPr>
          <p:spPr>
            <a:xfrm>
              <a:off x="5677681" y="239714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3"/>
            <p:cNvSpPr/>
            <p:nvPr/>
          </p:nvSpPr>
          <p:spPr>
            <a:xfrm>
              <a:off x="5483419" y="263471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4"/>
            <p:cNvSpPr/>
            <p:nvPr/>
          </p:nvSpPr>
          <p:spPr>
            <a:xfrm>
              <a:off x="5618151" y="2449525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5"/>
            <p:cNvSpPr/>
            <p:nvPr/>
          </p:nvSpPr>
          <p:spPr>
            <a:xfrm>
              <a:off x="5574474" y="21687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6"/>
            <p:cNvSpPr/>
            <p:nvPr/>
          </p:nvSpPr>
          <p:spPr>
            <a:xfrm>
              <a:off x="5587328" y="267060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7"/>
            <p:cNvSpPr/>
            <p:nvPr/>
          </p:nvSpPr>
          <p:spPr>
            <a:xfrm>
              <a:off x="5547559" y="256441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8"/>
            <p:cNvSpPr/>
            <p:nvPr/>
          </p:nvSpPr>
          <p:spPr>
            <a:xfrm>
              <a:off x="5437075" y="2110214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19"/>
            <p:cNvSpPr/>
            <p:nvPr/>
          </p:nvSpPr>
          <p:spPr>
            <a:xfrm>
              <a:off x="5569317" y="208845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0"/>
            <p:cNvSpPr/>
            <p:nvPr/>
          </p:nvSpPr>
          <p:spPr>
            <a:xfrm>
              <a:off x="5638927" y="21000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1"/>
            <p:cNvSpPr/>
            <p:nvPr/>
          </p:nvSpPr>
          <p:spPr>
            <a:xfrm>
              <a:off x="5596264" y="276259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2"/>
            <p:cNvSpPr/>
            <p:nvPr/>
          </p:nvSpPr>
          <p:spPr>
            <a:xfrm>
              <a:off x="5739212" y="277277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3"/>
            <p:cNvSpPr/>
            <p:nvPr/>
          </p:nvSpPr>
          <p:spPr>
            <a:xfrm>
              <a:off x="5656536" y="263485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4"/>
            <p:cNvSpPr/>
            <p:nvPr/>
          </p:nvSpPr>
          <p:spPr>
            <a:xfrm>
              <a:off x="5579597" y="257341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5"/>
            <p:cNvSpPr/>
            <p:nvPr/>
          </p:nvSpPr>
          <p:spPr>
            <a:xfrm>
              <a:off x="5441985" y="2559588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6"/>
            <p:cNvSpPr/>
            <p:nvPr/>
          </p:nvSpPr>
          <p:spPr>
            <a:xfrm>
              <a:off x="5399934" y="2626775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7"/>
            <p:cNvSpPr/>
            <p:nvPr/>
          </p:nvSpPr>
          <p:spPr>
            <a:xfrm>
              <a:off x="5612638" y="251184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8"/>
            <p:cNvSpPr/>
            <p:nvPr/>
          </p:nvSpPr>
          <p:spPr>
            <a:xfrm>
              <a:off x="5321264" y="262770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29"/>
            <p:cNvSpPr/>
            <p:nvPr/>
          </p:nvSpPr>
          <p:spPr>
            <a:xfrm>
              <a:off x="5542397" y="25903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0"/>
            <p:cNvSpPr/>
            <p:nvPr/>
          </p:nvSpPr>
          <p:spPr>
            <a:xfrm>
              <a:off x="5691827" y="324270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1"/>
            <p:cNvSpPr/>
            <p:nvPr/>
          </p:nvSpPr>
          <p:spPr>
            <a:xfrm>
              <a:off x="5711423" y="232417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2"/>
            <p:cNvSpPr/>
            <p:nvPr/>
          </p:nvSpPr>
          <p:spPr>
            <a:xfrm>
              <a:off x="5565285" y="29239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3"/>
            <p:cNvSpPr/>
            <p:nvPr/>
          </p:nvSpPr>
          <p:spPr>
            <a:xfrm>
              <a:off x="6038229" y="1728866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4"/>
            <p:cNvSpPr/>
            <p:nvPr/>
          </p:nvSpPr>
          <p:spPr>
            <a:xfrm>
              <a:off x="5413498" y="2339415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5"/>
            <p:cNvSpPr/>
            <p:nvPr/>
          </p:nvSpPr>
          <p:spPr>
            <a:xfrm>
              <a:off x="5487582" y="246372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6"/>
            <p:cNvSpPr/>
            <p:nvPr/>
          </p:nvSpPr>
          <p:spPr>
            <a:xfrm>
              <a:off x="5666467" y="2536606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7"/>
            <p:cNvSpPr/>
            <p:nvPr/>
          </p:nvSpPr>
          <p:spPr>
            <a:xfrm>
              <a:off x="5749853" y="2725009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8"/>
            <p:cNvSpPr/>
            <p:nvPr/>
          </p:nvSpPr>
          <p:spPr>
            <a:xfrm>
              <a:off x="5463943" y="257030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39"/>
            <p:cNvSpPr/>
            <p:nvPr/>
          </p:nvSpPr>
          <p:spPr>
            <a:xfrm>
              <a:off x="5408561" y="247942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0"/>
            <p:cNvSpPr/>
            <p:nvPr/>
          </p:nvSpPr>
          <p:spPr>
            <a:xfrm>
              <a:off x="5636331" y="255614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1"/>
            <p:cNvSpPr/>
            <p:nvPr/>
          </p:nvSpPr>
          <p:spPr>
            <a:xfrm>
              <a:off x="5640789" y="2357620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2"/>
            <p:cNvSpPr/>
            <p:nvPr/>
          </p:nvSpPr>
          <p:spPr>
            <a:xfrm>
              <a:off x="5566220" y="190581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3"/>
            <p:cNvSpPr/>
            <p:nvPr/>
          </p:nvSpPr>
          <p:spPr>
            <a:xfrm>
              <a:off x="5330759" y="283231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4"/>
            <p:cNvSpPr/>
            <p:nvPr/>
          </p:nvSpPr>
          <p:spPr>
            <a:xfrm>
              <a:off x="5424924" y="237131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5"/>
            <p:cNvSpPr/>
            <p:nvPr/>
          </p:nvSpPr>
          <p:spPr>
            <a:xfrm>
              <a:off x="5624940" y="210069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6"/>
            <p:cNvSpPr/>
            <p:nvPr/>
          </p:nvSpPr>
          <p:spPr>
            <a:xfrm>
              <a:off x="5707991" y="268380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7"/>
            <p:cNvSpPr/>
            <p:nvPr/>
          </p:nvSpPr>
          <p:spPr>
            <a:xfrm>
              <a:off x="5426648" y="231100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8"/>
            <p:cNvSpPr/>
            <p:nvPr/>
          </p:nvSpPr>
          <p:spPr>
            <a:xfrm>
              <a:off x="5526729" y="275002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49"/>
            <p:cNvSpPr/>
            <p:nvPr/>
          </p:nvSpPr>
          <p:spPr>
            <a:xfrm>
              <a:off x="5553352" y="205270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0"/>
            <p:cNvSpPr/>
            <p:nvPr/>
          </p:nvSpPr>
          <p:spPr>
            <a:xfrm>
              <a:off x="5711684" y="3147579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1"/>
            <p:cNvSpPr/>
            <p:nvPr/>
          </p:nvSpPr>
          <p:spPr>
            <a:xfrm>
              <a:off x="5703058" y="301622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2"/>
            <p:cNvSpPr/>
            <p:nvPr/>
          </p:nvSpPr>
          <p:spPr>
            <a:xfrm>
              <a:off x="5648613" y="277991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3"/>
            <p:cNvSpPr/>
            <p:nvPr/>
          </p:nvSpPr>
          <p:spPr>
            <a:xfrm>
              <a:off x="5658318" y="2448172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4"/>
            <p:cNvSpPr/>
            <p:nvPr/>
          </p:nvSpPr>
          <p:spPr>
            <a:xfrm>
              <a:off x="5883013" y="286316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5"/>
            <p:cNvSpPr/>
            <p:nvPr/>
          </p:nvSpPr>
          <p:spPr>
            <a:xfrm>
              <a:off x="5778363" y="270384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6"/>
            <p:cNvSpPr/>
            <p:nvPr/>
          </p:nvSpPr>
          <p:spPr>
            <a:xfrm>
              <a:off x="5685939" y="272980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7"/>
            <p:cNvSpPr/>
            <p:nvPr/>
          </p:nvSpPr>
          <p:spPr>
            <a:xfrm>
              <a:off x="5489134" y="25551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8"/>
            <p:cNvSpPr/>
            <p:nvPr/>
          </p:nvSpPr>
          <p:spPr>
            <a:xfrm>
              <a:off x="5442312" y="2566364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59"/>
            <p:cNvSpPr/>
            <p:nvPr/>
          </p:nvSpPr>
          <p:spPr>
            <a:xfrm>
              <a:off x="5595281" y="207544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0"/>
            <p:cNvSpPr/>
            <p:nvPr/>
          </p:nvSpPr>
          <p:spPr>
            <a:xfrm>
              <a:off x="5443042" y="21938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1"/>
            <p:cNvSpPr/>
            <p:nvPr/>
          </p:nvSpPr>
          <p:spPr>
            <a:xfrm>
              <a:off x="5670664" y="198502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2"/>
            <p:cNvSpPr/>
            <p:nvPr/>
          </p:nvSpPr>
          <p:spPr>
            <a:xfrm>
              <a:off x="5650620" y="199871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3"/>
            <p:cNvSpPr/>
            <p:nvPr/>
          </p:nvSpPr>
          <p:spPr>
            <a:xfrm>
              <a:off x="5437455" y="229354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4"/>
            <p:cNvSpPr/>
            <p:nvPr/>
          </p:nvSpPr>
          <p:spPr>
            <a:xfrm>
              <a:off x="5603579" y="2670355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5"/>
            <p:cNvSpPr/>
            <p:nvPr/>
          </p:nvSpPr>
          <p:spPr>
            <a:xfrm>
              <a:off x="5545176" y="23070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6"/>
            <p:cNvSpPr/>
            <p:nvPr/>
          </p:nvSpPr>
          <p:spPr>
            <a:xfrm>
              <a:off x="5548577" y="24820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7"/>
            <p:cNvSpPr/>
            <p:nvPr/>
          </p:nvSpPr>
          <p:spPr>
            <a:xfrm>
              <a:off x="5501006" y="283735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8"/>
            <p:cNvSpPr/>
            <p:nvPr/>
          </p:nvSpPr>
          <p:spPr>
            <a:xfrm>
              <a:off x="5549594" y="203281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69"/>
            <p:cNvSpPr/>
            <p:nvPr/>
          </p:nvSpPr>
          <p:spPr>
            <a:xfrm>
              <a:off x="5496813" y="206347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0"/>
            <p:cNvSpPr/>
            <p:nvPr/>
          </p:nvSpPr>
          <p:spPr>
            <a:xfrm>
              <a:off x="5407332" y="2438344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1"/>
            <p:cNvSpPr/>
            <p:nvPr/>
          </p:nvSpPr>
          <p:spPr>
            <a:xfrm>
              <a:off x="5508396" y="2135785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2"/>
            <p:cNvSpPr/>
            <p:nvPr/>
          </p:nvSpPr>
          <p:spPr>
            <a:xfrm>
              <a:off x="5601400" y="24772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3"/>
            <p:cNvSpPr/>
            <p:nvPr/>
          </p:nvSpPr>
          <p:spPr>
            <a:xfrm>
              <a:off x="5475887" y="27418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4"/>
            <p:cNvSpPr/>
            <p:nvPr/>
          </p:nvSpPr>
          <p:spPr>
            <a:xfrm>
              <a:off x="5479695" y="213013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5"/>
            <p:cNvSpPr/>
            <p:nvPr/>
          </p:nvSpPr>
          <p:spPr>
            <a:xfrm>
              <a:off x="5489955" y="216156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6"/>
            <p:cNvSpPr/>
            <p:nvPr/>
          </p:nvSpPr>
          <p:spPr>
            <a:xfrm>
              <a:off x="5420288" y="219809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7"/>
            <p:cNvSpPr/>
            <p:nvPr/>
          </p:nvSpPr>
          <p:spPr>
            <a:xfrm>
              <a:off x="5737601" y="167995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8"/>
            <p:cNvSpPr/>
            <p:nvPr/>
          </p:nvSpPr>
          <p:spPr>
            <a:xfrm>
              <a:off x="5521038" y="239133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79"/>
            <p:cNvSpPr/>
            <p:nvPr/>
          </p:nvSpPr>
          <p:spPr>
            <a:xfrm>
              <a:off x="5515410" y="2427173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0"/>
            <p:cNvSpPr/>
            <p:nvPr/>
          </p:nvSpPr>
          <p:spPr>
            <a:xfrm>
              <a:off x="5709260" y="2651839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1"/>
            <p:cNvSpPr/>
            <p:nvPr/>
          </p:nvSpPr>
          <p:spPr>
            <a:xfrm>
              <a:off x="5576401" y="2758299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2"/>
            <p:cNvSpPr/>
            <p:nvPr/>
          </p:nvSpPr>
          <p:spPr>
            <a:xfrm>
              <a:off x="5616780" y="260511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3"/>
            <p:cNvSpPr/>
            <p:nvPr/>
          </p:nvSpPr>
          <p:spPr>
            <a:xfrm>
              <a:off x="5584923" y="215564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4"/>
            <p:cNvSpPr/>
            <p:nvPr/>
          </p:nvSpPr>
          <p:spPr>
            <a:xfrm>
              <a:off x="5852553" y="235319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5"/>
            <p:cNvSpPr/>
            <p:nvPr/>
          </p:nvSpPr>
          <p:spPr>
            <a:xfrm>
              <a:off x="5862951" y="2171759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6"/>
            <p:cNvSpPr/>
            <p:nvPr/>
          </p:nvSpPr>
          <p:spPr>
            <a:xfrm>
              <a:off x="5460287" y="2696288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7"/>
            <p:cNvSpPr/>
            <p:nvPr/>
          </p:nvSpPr>
          <p:spPr>
            <a:xfrm>
              <a:off x="5744579" y="186707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8"/>
            <p:cNvSpPr/>
            <p:nvPr/>
          </p:nvSpPr>
          <p:spPr>
            <a:xfrm>
              <a:off x="5529925" y="206930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89"/>
            <p:cNvSpPr/>
            <p:nvPr/>
          </p:nvSpPr>
          <p:spPr>
            <a:xfrm>
              <a:off x="5444154" y="1966250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0"/>
            <p:cNvSpPr/>
            <p:nvPr/>
          </p:nvSpPr>
          <p:spPr>
            <a:xfrm>
              <a:off x="5387188" y="2131099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1"/>
            <p:cNvSpPr/>
            <p:nvPr/>
          </p:nvSpPr>
          <p:spPr>
            <a:xfrm>
              <a:off x="5458776" y="2281108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2"/>
            <p:cNvSpPr/>
            <p:nvPr/>
          </p:nvSpPr>
          <p:spPr>
            <a:xfrm>
              <a:off x="5433216" y="225428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3"/>
            <p:cNvSpPr/>
            <p:nvPr/>
          </p:nvSpPr>
          <p:spPr>
            <a:xfrm>
              <a:off x="5368740" y="218064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4"/>
            <p:cNvSpPr/>
            <p:nvPr/>
          </p:nvSpPr>
          <p:spPr>
            <a:xfrm>
              <a:off x="5461112" y="2637711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5"/>
            <p:cNvSpPr/>
            <p:nvPr/>
          </p:nvSpPr>
          <p:spPr>
            <a:xfrm>
              <a:off x="5582540" y="2450922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6"/>
            <p:cNvSpPr/>
            <p:nvPr/>
          </p:nvSpPr>
          <p:spPr>
            <a:xfrm>
              <a:off x="5434323" y="264789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7"/>
            <p:cNvSpPr/>
            <p:nvPr/>
          </p:nvSpPr>
          <p:spPr>
            <a:xfrm>
              <a:off x="5528942" y="2176941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8"/>
            <p:cNvSpPr/>
            <p:nvPr/>
          </p:nvSpPr>
          <p:spPr>
            <a:xfrm>
              <a:off x="5442897" y="2734741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899"/>
            <p:cNvSpPr/>
            <p:nvPr/>
          </p:nvSpPr>
          <p:spPr>
            <a:xfrm>
              <a:off x="5511156" y="1877623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0"/>
            <p:cNvSpPr/>
            <p:nvPr/>
          </p:nvSpPr>
          <p:spPr>
            <a:xfrm>
              <a:off x="5453086" y="224990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1"/>
            <p:cNvSpPr/>
            <p:nvPr/>
          </p:nvSpPr>
          <p:spPr>
            <a:xfrm>
              <a:off x="5524996" y="2146653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2"/>
            <p:cNvSpPr/>
            <p:nvPr/>
          </p:nvSpPr>
          <p:spPr>
            <a:xfrm>
              <a:off x="5517853" y="2415873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3"/>
            <p:cNvSpPr/>
            <p:nvPr/>
          </p:nvSpPr>
          <p:spPr>
            <a:xfrm>
              <a:off x="5602338" y="261788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4"/>
            <p:cNvSpPr/>
            <p:nvPr/>
          </p:nvSpPr>
          <p:spPr>
            <a:xfrm>
              <a:off x="5623954" y="1969652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5"/>
            <p:cNvSpPr/>
            <p:nvPr/>
          </p:nvSpPr>
          <p:spPr>
            <a:xfrm>
              <a:off x="5452558" y="2265052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6"/>
            <p:cNvSpPr/>
            <p:nvPr/>
          </p:nvSpPr>
          <p:spPr>
            <a:xfrm>
              <a:off x="5547187" y="2801330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7"/>
            <p:cNvSpPr/>
            <p:nvPr/>
          </p:nvSpPr>
          <p:spPr>
            <a:xfrm>
              <a:off x="5445508" y="2048290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8"/>
            <p:cNvSpPr/>
            <p:nvPr/>
          </p:nvSpPr>
          <p:spPr>
            <a:xfrm>
              <a:off x="5413934" y="2374832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09"/>
            <p:cNvSpPr/>
            <p:nvPr/>
          </p:nvSpPr>
          <p:spPr>
            <a:xfrm>
              <a:off x="5453485" y="1852848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0"/>
            <p:cNvSpPr/>
            <p:nvPr/>
          </p:nvSpPr>
          <p:spPr>
            <a:xfrm>
              <a:off x="5586081" y="227092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1"/>
            <p:cNvSpPr/>
            <p:nvPr/>
          </p:nvSpPr>
          <p:spPr>
            <a:xfrm>
              <a:off x="5566263" y="225152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2"/>
            <p:cNvSpPr/>
            <p:nvPr/>
          </p:nvSpPr>
          <p:spPr>
            <a:xfrm>
              <a:off x="5629175" y="256636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3"/>
            <p:cNvSpPr/>
            <p:nvPr/>
          </p:nvSpPr>
          <p:spPr>
            <a:xfrm>
              <a:off x="5451167" y="2668756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4"/>
            <p:cNvSpPr/>
            <p:nvPr/>
          </p:nvSpPr>
          <p:spPr>
            <a:xfrm>
              <a:off x="5540689" y="2511286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5"/>
            <p:cNvSpPr/>
            <p:nvPr/>
          </p:nvSpPr>
          <p:spPr>
            <a:xfrm>
              <a:off x="5873542" y="1633265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6"/>
            <p:cNvSpPr/>
            <p:nvPr/>
          </p:nvSpPr>
          <p:spPr>
            <a:xfrm>
              <a:off x="5391432" y="2337583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7"/>
            <p:cNvSpPr/>
            <p:nvPr/>
          </p:nvSpPr>
          <p:spPr>
            <a:xfrm>
              <a:off x="5479399" y="2520251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8"/>
            <p:cNvSpPr/>
            <p:nvPr/>
          </p:nvSpPr>
          <p:spPr>
            <a:xfrm>
              <a:off x="5604587" y="1796224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19"/>
            <p:cNvSpPr/>
            <p:nvPr/>
          </p:nvSpPr>
          <p:spPr>
            <a:xfrm>
              <a:off x="5574210" y="247616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0"/>
            <p:cNvSpPr/>
            <p:nvPr/>
          </p:nvSpPr>
          <p:spPr>
            <a:xfrm>
              <a:off x="5515194" y="2237534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1"/>
            <p:cNvSpPr/>
            <p:nvPr/>
          </p:nvSpPr>
          <p:spPr>
            <a:xfrm>
              <a:off x="5529378" y="2452646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2"/>
            <p:cNvSpPr/>
            <p:nvPr/>
          </p:nvSpPr>
          <p:spPr>
            <a:xfrm>
              <a:off x="5697370" y="2408426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3"/>
            <p:cNvSpPr/>
            <p:nvPr/>
          </p:nvSpPr>
          <p:spPr>
            <a:xfrm>
              <a:off x="5806311" y="2250212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4"/>
            <p:cNvSpPr/>
            <p:nvPr/>
          </p:nvSpPr>
          <p:spPr>
            <a:xfrm>
              <a:off x="5528299" y="207641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5"/>
            <p:cNvSpPr/>
            <p:nvPr/>
          </p:nvSpPr>
          <p:spPr>
            <a:xfrm>
              <a:off x="5668004" y="2062606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6"/>
            <p:cNvSpPr/>
            <p:nvPr/>
          </p:nvSpPr>
          <p:spPr>
            <a:xfrm>
              <a:off x="5705765" y="2267485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7"/>
            <p:cNvSpPr/>
            <p:nvPr/>
          </p:nvSpPr>
          <p:spPr>
            <a:xfrm>
              <a:off x="5668112" y="2141071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8"/>
            <p:cNvSpPr/>
            <p:nvPr/>
          </p:nvSpPr>
          <p:spPr>
            <a:xfrm>
              <a:off x="5752709" y="2081734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29"/>
            <p:cNvSpPr/>
            <p:nvPr/>
          </p:nvSpPr>
          <p:spPr>
            <a:xfrm>
              <a:off x="5813658" y="2573124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0"/>
            <p:cNvSpPr/>
            <p:nvPr/>
          </p:nvSpPr>
          <p:spPr>
            <a:xfrm>
              <a:off x="5694053" y="2162323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1"/>
            <p:cNvSpPr/>
            <p:nvPr/>
          </p:nvSpPr>
          <p:spPr>
            <a:xfrm>
              <a:off x="5608752" y="1623731"/>
              <a:ext cx="272622" cy="763160"/>
            </a:xfrm>
            <a:custGeom>
              <a:avLst/>
              <a:pathLst>
                <a:path w="272622" h="763160">
                  <a:moveTo>
                    <a:pt x="0" y="763160"/>
                  </a:moveTo>
                  <a:lnTo>
                    <a:pt x="272622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2"/>
            <p:cNvSpPr/>
            <p:nvPr/>
          </p:nvSpPr>
          <p:spPr>
            <a:xfrm>
              <a:off x="5826496" y="1623731"/>
              <a:ext cx="67803" cy="70830"/>
            </a:xfrm>
            <a:custGeom>
              <a:avLst/>
              <a:pathLst>
                <a:path w="67803" h="70830">
                  <a:moveTo>
                    <a:pt x="67803" y="70830"/>
                  </a:moveTo>
                  <a:lnTo>
                    <a:pt x="54878" y="0"/>
                  </a:lnTo>
                  <a:lnTo>
                    <a:pt x="0" y="4660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3"/>
            <p:cNvSpPr/>
            <p:nvPr/>
          </p:nvSpPr>
          <p:spPr>
            <a:xfrm>
              <a:off x="5608752" y="2386891"/>
              <a:ext cx="84299" cy="919322"/>
            </a:xfrm>
            <a:custGeom>
              <a:avLst/>
              <a:pathLst>
                <a:path w="84299" h="919322">
                  <a:moveTo>
                    <a:pt x="0" y="0"/>
                  </a:moveTo>
                  <a:lnTo>
                    <a:pt x="84299" y="91932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4"/>
            <p:cNvSpPr/>
            <p:nvPr/>
          </p:nvSpPr>
          <p:spPr>
            <a:xfrm>
              <a:off x="5651508" y="3240833"/>
              <a:ext cx="71699" cy="65380"/>
            </a:xfrm>
            <a:custGeom>
              <a:avLst/>
              <a:pathLst>
                <a:path w="71699" h="65380">
                  <a:moveTo>
                    <a:pt x="0" y="6574"/>
                  </a:moveTo>
                  <a:lnTo>
                    <a:pt x="41543" y="65380"/>
                  </a:lnTo>
                  <a:lnTo>
                    <a:pt x="71699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5"/>
            <p:cNvSpPr/>
            <p:nvPr/>
          </p:nvSpPr>
          <p:spPr>
            <a:xfrm>
              <a:off x="5163892" y="2089841"/>
              <a:ext cx="444859" cy="297049"/>
            </a:xfrm>
            <a:custGeom>
              <a:avLst/>
              <a:pathLst>
                <a:path w="444859" h="297049">
                  <a:moveTo>
                    <a:pt x="444859" y="297049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6"/>
            <p:cNvSpPr/>
            <p:nvPr/>
          </p:nvSpPr>
          <p:spPr>
            <a:xfrm>
              <a:off x="5163892" y="2089841"/>
              <a:ext cx="71847" cy="64565"/>
            </a:xfrm>
            <a:custGeom>
              <a:avLst/>
              <a:pathLst>
                <a:path w="71847" h="64565">
                  <a:moveTo>
                    <a:pt x="71847" y="4687"/>
                  </a:moveTo>
                  <a:lnTo>
                    <a:pt x="0" y="0"/>
                  </a:lnTo>
                  <a:lnTo>
                    <a:pt x="31864" y="6456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7"/>
            <p:cNvSpPr/>
            <p:nvPr/>
          </p:nvSpPr>
          <p:spPr>
            <a:xfrm>
              <a:off x="5608752" y="2018539"/>
              <a:ext cx="431938" cy="368351"/>
            </a:xfrm>
            <a:custGeom>
              <a:avLst/>
              <a:pathLst>
                <a:path w="431938" h="368351">
                  <a:moveTo>
                    <a:pt x="0" y="368351"/>
                  </a:moveTo>
                  <a:lnTo>
                    <a:pt x="43193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8"/>
            <p:cNvSpPr/>
            <p:nvPr/>
          </p:nvSpPr>
          <p:spPr>
            <a:xfrm>
              <a:off x="5969886" y="2018539"/>
              <a:ext cx="70804" cy="67852"/>
            </a:xfrm>
            <a:custGeom>
              <a:avLst/>
              <a:pathLst>
                <a:path w="70804" h="67852">
                  <a:moveTo>
                    <a:pt x="46719" y="67852"/>
                  </a:moveTo>
                  <a:lnTo>
                    <a:pt x="70804" y="0"/>
                  </a:lnTo>
                  <a:lnTo>
                    <a:pt x="0" y="1306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tx4939"/>
            <p:cNvSpPr/>
            <p:nvPr/>
          </p:nvSpPr>
          <p:spPr>
            <a:xfrm>
              <a:off x="5754763" y="1502901"/>
              <a:ext cx="316108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4941" name="tx4940"/>
            <p:cNvSpPr/>
            <p:nvPr/>
          </p:nvSpPr>
          <p:spPr>
            <a:xfrm>
              <a:off x="5607086" y="3310458"/>
              <a:ext cx="234817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4942" name="tx4941"/>
            <p:cNvSpPr/>
            <p:nvPr/>
          </p:nvSpPr>
          <p:spPr>
            <a:xfrm>
              <a:off x="4965389" y="1969011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4943" name="tx4942"/>
            <p:cNvSpPr/>
            <p:nvPr/>
          </p:nvSpPr>
          <p:spPr>
            <a:xfrm>
              <a:off x="5905072" y="1897709"/>
              <a:ext cx="334121" cy="1165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4944" name="rc4943"/>
            <p:cNvSpPr/>
            <p:nvPr/>
          </p:nvSpPr>
          <p:spPr>
            <a:xfrm>
              <a:off x="4352053" y="1185068"/>
              <a:ext cx="2581125" cy="240971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45" name="pl4944"/>
            <p:cNvSpPr/>
            <p:nvPr/>
          </p:nvSpPr>
          <p:spPr>
            <a:xfrm>
              <a:off x="4352053" y="1185068"/>
              <a:ext cx="0" cy="2409719"/>
            </a:xfrm>
            <a:custGeom>
              <a:avLst/>
              <a:pathLst>
                <a:path w="0" h="2409719">
                  <a:moveTo>
                    <a:pt x="0" y="2409719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tx4945"/>
            <p:cNvSpPr/>
            <p:nvPr/>
          </p:nvSpPr>
          <p:spPr>
            <a:xfrm rot="-5400000">
              <a:off x="4190646" y="297125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4947" name="tx4946"/>
            <p:cNvSpPr/>
            <p:nvPr/>
          </p:nvSpPr>
          <p:spPr>
            <a:xfrm rot="-5400000">
              <a:off x="4209666" y="234588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48" name="tx4947"/>
            <p:cNvSpPr/>
            <p:nvPr/>
          </p:nvSpPr>
          <p:spPr>
            <a:xfrm rot="-5400000">
              <a:off x="4209666" y="172050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49" name="pl4948"/>
            <p:cNvSpPr/>
            <p:nvPr/>
          </p:nvSpPr>
          <p:spPr>
            <a:xfrm>
              <a:off x="4320422" y="301226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49"/>
            <p:cNvSpPr/>
            <p:nvPr/>
          </p:nvSpPr>
          <p:spPr>
            <a:xfrm>
              <a:off x="4320422" y="23868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0"/>
            <p:cNvSpPr/>
            <p:nvPr/>
          </p:nvSpPr>
          <p:spPr>
            <a:xfrm>
              <a:off x="4320422" y="176151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1"/>
            <p:cNvSpPr/>
            <p:nvPr/>
          </p:nvSpPr>
          <p:spPr>
            <a:xfrm>
              <a:off x="4352053" y="3594788"/>
              <a:ext cx="2581125" cy="0"/>
            </a:xfrm>
            <a:custGeom>
              <a:avLst/>
              <a:pathLst>
                <a:path w="2581125" h="0">
                  <a:moveTo>
                    <a:pt x="0" y="0"/>
                  </a:moveTo>
                  <a:lnTo>
                    <a:pt x="2581125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2"/>
            <p:cNvSpPr/>
            <p:nvPr/>
          </p:nvSpPr>
          <p:spPr>
            <a:xfrm>
              <a:off x="4979895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3"/>
            <p:cNvSpPr/>
            <p:nvPr/>
          </p:nvSpPr>
          <p:spPr>
            <a:xfrm>
              <a:off x="5608752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4"/>
            <p:cNvSpPr/>
            <p:nvPr/>
          </p:nvSpPr>
          <p:spPr>
            <a:xfrm>
              <a:off x="6237610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5"/>
            <p:cNvSpPr/>
            <p:nvPr/>
          </p:nvSpPr>
          <p:spPr>
            <a:xfrm>
              <a:off x="6866467" y="3594788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tx4956"/>
            <p:cNvSpPr/>
            <p:nvPr/>
          </p:nvSpPr>
          <p:spPr>
            <a:xfrm>
              <a:off x="4929100" y="3651725"/>
              <a:ext cx="10158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-4</a:t>
              </a:r>
            </a:p>
          </p:txBody>
        </p:sp>
        <p:sp>
          <p:nvSpPr>
            <p:cNvPr id="4958" name="tx4957"/>
            <p:cNvSpPr/>
            <p:nvPr/>
          </p:nvSpPr>
          <p:spPr>
            <a:xfrm>
              <a:off x="5576977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59" name="tx4958"/>
            <p:cNvSpPr/>
            <p:nvPr/>
          </p:nvSpPr>
          <p:spPr>
            <a:xfrm>
              <a:off x="6205834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60" name="tx4959"/>
            <p:cNvSpPr/>
            <p:nvPr/>
          </p:nvSpPr>
          <p:spPr>
            <a:xfrm>
              <a:off x="6834691" y="365172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961" name="tx4960"/>
            <p:cNvSpPr/>
            <p:nvPr/>
          </p:nvSpPr>
          <p:spPr>
            <a:xfrm>
              <a:off x="5242749" y="3827795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(52.4%)</a:t>
              </a:r>
            </a:p>
          </p:txBody>
        </p:sp>
        <p:sp>
          <p:nvSpPr>
            <p:cNvPr id="4962" name="tx4961"/>
            <p:cNvSpPr/>
            <p:nvPr/>
          </p:nvSpPr>
          <p:spPr>
            <a:xfrm rot="-5400000">
              <a:off x="3644345" y="2339819"/>
              <a:ext cx="7997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(46.9%)</a:t>
              </a:r>
            </a:p>
          </p:txBody>
        </p:sp>
        <p:sp>
          <p:nvSpPr>
            <p:cNvPr id="4963" name="tx4962"/>
            <p:cNvSpPr/>
            <p:nvPr/>
          </p:nvSpPr>
          <p:spPr>
            <a:xfrm>
              <a:off x="4352053" y="990315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4964" name="rc4963"/>
            <p:cNvSpPr/>
            <p:nvPr/>
          </p:nvSpPr>
          <p:spPr>
            <a:xfrm>
              <a:off x="1548979" y="3934484"/>
              <a:ext cx="5177885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5" name="tx4964"/>
            <p:cNvSpPr/>
            <p:nvPr/>
          </p:nvSpPr>
          <p:spPr>
            <a:xfrm>
              <a:off x="1548979" y="3978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4966" name="rc4965"/>
            <p:cNvSpPr/>
            <p:nvPr/>
          </p:nvSpPr>
          <p:spPr>
            <a:xfrm>
              <a:off x="2092484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6"/>
            <p:cNvSpPr/>
            <p:nvPr/>
          </p:nvSpPr>
          <p:spPr>
            <a:xfrm>
              <a:off x="2158067" y="4000067"/>
              <a:ext cx="48833" cy="48833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8181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rc4967"/>
            <p:cNvSpPr/>
            <p:nvPr/>
          </p:nvSpPr>
          <p:spPr>
            <a:xfrm>
              <a:off x="2570460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8"/>
            <p:cNvSpPr/>
            <p:nvPr/>
          </p:nvSpPr>
          <p:spPr>
            <a:xfrm>
              <a:off x="2636043" y="4000067"/>
              <a:ext cx="48833" cy="48833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8181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rc4969"/>
            <p:cNvSpPr/>
            <p:nvPr/>
          </p:nvSpPr>
          <p:spPr>
            <a:xfrm>
              <a:off x="3054745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0"/>
            <p:cNvSpPr/>
            <p:nvPr/>
          </p:nvSpPr>
          <p:spPr>
            <a:xfrm>
              <a:off x="3120328" y="4000067"/>
              <a:ext cx="48833" cy="48833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8181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rc4971"/>
            <p:cNvSpPr/>
            <p:nvPr/>
          </p:nvSpPr>
          <p:spPr>
            <a:xfrm>
              <a:off x="3520102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2"/>
            <p:cNvSpPr/>
            <p:nvPr/>
          </p:nvSpPr>
          <p:spPr>
            <a:xfrm>
              <a:off x="3585685" y="4000067"/>
              <a:ext cx="48833" cy="48833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8181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rc4973"/>
            <p:cNvSpPr/>
            <p:nvPr/>
          </p:nvSpPr>
          <p:spPr>
            <a:xfrm>
              <a:off x="3998077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4"/>
            <p:cNvSpPr/>
            <p:nvPr/>
          </p:nvSpPr>
          <p:spPr>
            <a:xfrm>
              <a:off x="4063660" y="4000067"/>
              <a:ext cx="48833" cy="48833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8181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rc4975"/>
            <p:cNvSpPr/>
            <p:nvPr/>
          </p:nvSpPr>
          <p:spPr>
            <a:xfrm>
              <a:off x="4463434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6"/>
            <p:cNvSpPr/>
            <p:nvPr/>
          </p:nvSpPr>
          <p:spPr>
            <a:xfrm>
              <a:off x="4529017" y="4000067"/>
              <a:ext cx="48833" cy="48833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8181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rc4977"/>
            <p:cNvSpPr/>
            <p:nvPr/>
          </p:nvSpPr>
          <p:spPr>
            <a:xfrm>
              <a:off x="4928791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8"/>
            <p:cNvSpPr/>
            <p:nvPr/>
          </p:nvSpPr>
          <p:spPr>
            <a:xfrm>
              <a:off x="4994374" y="4000067"/>
              <a:ext cx="48833" cy="48833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8181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rc4979"/>
            <p:cNvSpPr/>
            <p:nvPr/>
          </p:nvSpPr>
          <p:spPr>
            <a:xfrm>
              <a:off x="5381437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0"/>
            <p:cNvSpPr/>
            <p:nvPr/>
          </p:nvSpPr>
          <p:spPr>
            <a:xfrm>
              <a:off x="5447020" y="4000067"/>
              <a:ext cx="48833" cy="48833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8181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rc4981"/>
            <p:cNvSpPr/>
            <p:nvPr/>
          </p:nvSpPr>
          <p:spPr>
            <a:xfrm>
              <a:off x="5859413" y="3934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2"/>
            <p:cNvSpPr/>
            <p:nvPr/>
          </p:nvSpPr>
          <p:spPr>
            <a:xfrm>
              <a:off x="5924996" y="4000067"/>
              <a:ext cx="48833" cy="48833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8181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rc4983"/>
            <p:cNvSpPr/>
            <p:nvPr/>
          </p:nvSpPr>
          <p:spPr>
            <a:xfrm>
              <a:off x="6331079" y="3934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4"/>
            <p:cNvSpPr/>
            <p:nvPr/>
          </p:nvSpPr>
          <p:spPr>
            <a:xfrm>
              <a:off x="6396662" y="4000067"/>
              <a:ext cx="48833" cy="48833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8181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tx4985"/>
            <p:cNvSpPr/>
            <p:nvPr/>
          </p:nvSpPr>
          <p:spPr>
            <a:xfrm>
              <a:off x="2335747" y="3983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4987" name="tx4986"/>
            <p:cNvSpPr/>
            <p:nvPr/>
          </p:nvSpPr>
          <p:spPr>
            <a:xfrm>
              <a:off x="2813723" y="3983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4988" name="tx4987"/>
            <p:cNvSpPr/>
            <p:nvPr/>
          </p:nvSpPr>
          <p:spPr>
            <a:xfrm>
              <a:off x="3298007" y="3983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989" name="tx4988"/>
            <p:cNvSpPr/>
            <p:nvPr/>
          </p:nvSpPr>
          <p:spPr>
            <a:xfrm>
              <a:off x="3763364" y="3983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4990" name="tx4989"/>
            <p:cNvSpPr/>
            <p:nvPr/>
          </p:nvSpPr>
          <p:spPr>
            <a:xfrm>
              <a:off x="4241340" y="3983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4991" name="tx4990"/>
            <p:cNvSpPr/>
            <p:nvPr/>
          </p:nvSpPr>
          <p:spPr>
            <a:xfrm>
              <a:off x="4706697" y="3983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4992" name="tx4991"/>
            <p:cNvSpPr/>
            <p:nvPr/>
          </p:nvSpPr>
          <p:spPr>
            <a:xfrm>
              <a:off x="5172053" y="3983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4993" name="tx4992"/>
            <p:cNvSpPr/>
            <p:nvPr/>
          </p:nvSpPr>
          <p:spPr>
            <a:xfrm>
              <a:off x="5624700" y="3983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4994" name="tx4993"/>
            <p:cNvSpPr/>
            <p:nvPr/>
          </p:nvSpPr>
          <p:spPr>
            <a:xfrm>
              <a:off x="6102676" y="3983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4995" name="tx4994"/>
            <p:cNvSpPr/>
            <p:nvPr/>
          </p:nvSpPr>
          <p:spPr>
            <a:xfrm>
              <a:off x="6574342" y="3983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2026-07-20T15:01:08Z</dcterms:modified>
  <cp:category/>
</cp:coreProperties>
</file>